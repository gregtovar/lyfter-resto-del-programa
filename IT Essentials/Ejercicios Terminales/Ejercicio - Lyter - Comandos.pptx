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9FA27-7ADC-4737-93E3-3EE7369245CF}" v="21" dt="2026-03-09T22:01:18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68" d="100"/>
          <a:sy n="68" d="100"/>
        </p:scale>
        <p:origin x="41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Tovar" userId="ae6bb955-30ab-46c2-a0cb-81ead22fc175" providerId="ADAL" clId="{4308DC60-7A42-4BCE-B6E0-3ECF38073087}"/>
    <pc:docChg chg="custSel addSld delSld modSld">
      <pc:chgData name="Greg Tovar" userId="ae6bb955-30ab-46c2-a0cb-81ead22fc175" providerId="ADAL" clId="{4308DC60-7A42-4BCE-B6E0-3ECF38073087}" dt="2026-03-09T22:01:38.600" v="819" actId="20577"/>
      <pc:docMkLst>
        <pc:docMk/>
      </pc:docMkLst>
      <pc:sldChg chg="addSp modSp mod">
        <pc:chgData name="Greg Tovar" userId="ae6bb955-30ab-46c2-a0cb-81ead22fc175" providerId="ADAL" clId="{4308DC60-7A42-4BCE-B6E0-3ECF38073087}" dt="2026-03-09T21:59:42.152" v="714" actId="255"/>
        <pc:sldMkLst>
          <pc:docMk/>
          <pc:sldMk cId="3916151024" sldId="256"/>
        </pc:sldMkLst>
        <pc:spChg chg="mod">
          <ac:chgData name="Greg Tovar" userId="ae6bb955-30ab-46c2-a0cb-81ead22fc175" providerId="ADAL" clId="{4308DC60-7A42-4BCE-B6E0-3ECF38073087}" dt="2026-03-09T21:59:42.152" v="714" actId="255"/>
          <ac:spMkLst>
            <pc:docMk/>
            <pc:sldMk cId="3916151024" sldId="256"/>
            <ac:spMk id="5" creationId="{5B4DD8CC-74BB-B79E-F53B-BA5CE5BF04D1}"/>
          </ac:spMkLst>
        </pc:spChg>
        <pc:spChg chg="add mod">
          <ac:chgData name="Greg Tovar" userId="ae6bb955-30ab-46c2-a0cb-81ead22fc175" providerId="ADAL" clId="{4308DC60-7A42-4BCE-B6E0-3ECF38073087}" dt="2026-03-09T21:59:34.828" v="713" actId="1076"/>
          <ac:spMkLst>
            <pc:docMk/>
            <pc:sldMk cId="3916151024" sldId="256"/>
            <ac:spMk id="8" creationId="{D8A6C038-088F-B6CA-6FA4-26D0089B2545}"/>
          </ac:spMkLst>
        </pc:spChg>
        <pc:spChg chg="add mod">
          <ac:chgData name="Greg Tovar" userId="ae6bb955-30ab-46c2-a0cb-81ead22fc175" providerId="ADAL" clId="{4308DC60-7A42-4BCE-B6E0-3ECF38073087}" dt="2026-03-09T21:59:33.143" v="712" actId="1076"/>
          <ac:spMkLst>
            <pc:docMk/>
            <pc:sldMk cId="3916151024" sldId="256"/>
            <ac:spMk id="9" creationId="{317FB32E-B535-8C5F-B442-6069E34F8955}"/>
          </ac:spMkLst>
        </pc:spChg>
      </pc:sldChg>
      <pc:sldChg chg="addSp modSp mod">
        <pc:chgData name="Greg Tovar" userId="ae6bb955-30ab-46c2-a0cb-81ead22fc175" providerId="ADAL" clId="{4308DC60-7A42-4BCE-B6E0-3ECF38073087}" dt="2026-03-09T22:00:08.142" v="743"/>
        <pc:sldMkLst>
          <pc:docMk/>
          <pc:sldMk cId="1968184964" sldId="257"/>
        </pc:sldMkLst>
        <pc:spChg chg="mod">
          <ac:chgData name="Greg Tovar" userId="ae6bb955-30ab-46c2-a0cb-81ead22fc175" providerId="ADAL" clId="{4308DC60-7A42-4BCE-B6E0-3ECF38073087}" dt="2026-03-09T22:00:00.728" v="741" actId="13926"/>
          <ac:spMkLst>
            <pc:docMk/>
            <pc:sldMk cId="1968184964" sldId="257"/>
            <ac:spMk id="2" creationId="{EE3A348F-ED69-4906-DFE7-89298C630662}"/>
          </ac:spMkLst>
        </pc:spChg>
        <pc:spChg chg="add mod">
          <ac:chgData name="Greg Tovar" userId="ae6bb955-30ab-46c2-a0cb-81ead22fc175" providerId="ADAL" clId="{4308DC60-7A42-4BCE-B6E0-3ECF38073087}" dt="2026-03-09T22:00:08.142" v="743"/>
          <ac:spMkLst>
            <pc:docMk/>
            <pc:sldMk cId="1968184964" sldId="257"/>
            <ac:spMk id="7" creationId="{FE35B36F-9778-A5E4-4B2B-D5DF101AFC54}"/>
          </ac:spMkLst>
        </pc:spChg>
        <pc:spChg chg="add mod">
          <ac:chgData name="Greg Tovar" userId="ae6bb955-30ab-46c2-a0cb-81ead22fc175" providerId="ADAL" clId="{4308DC60-7A42-4BCE-B6E0-3ECF38073087}" dt="2026-03-09T22:00:08.142" v="743"/>
          <ac:spMkLst>
            <pc:docMk/>
            <pc:sldMk cId="1968184964" sldId="257"/>
            <ac:spMk id="8" creationId="{41B6030F-B214-1BD2-EB53-20CAD162AB16}"/>
          </ac:spMkLst>
        </pc:spChg>
        <pc:picChg chg="mod">
          <ac:chgData name="Greg Tovar" userId="ae6bb955-30ab-46c2-a0cb-81ead22fc175" providerId="ADAL" clId="{4308DC60-7A42-4BCE-B6E0-3ECF38073087}" dt="2026-03-09T21:51:10.752" v="30" actId="1076"/>
          <ac:picMkLst>
            <pc:docMk/>
            <pc:sldMk cId="1968184964" sldId="257"/>
            <ac:picMk id="4" creationId="{24482174-532D-4DB7-42B7-DFEC44C84CC6}"/>
          </ac:picMkLst>
        </pc:picChg>
        <pc:picChg chg="mod">
          <ac:chgData name="Greg Tovar" userId="ae6bb955-30ab-46c2-a0cb-81ead22fc175" providerId="ADAL" clId="{4308DC60-7A42-4BCE-B6E0-3ECF38073087}" dt="2026-03-09T22:00:02.692" v="742" actId="1076"/>
          <ac:picMkLst>
            <pc:docMk/>
            <pc:sldMk cId="1968184964" sldId="257"/>
            <ac:picMk id="6" creationId="{61E17D9B-67E2-7082-2875-FED072F064FD}"/>
          </ac:picMkLst>
        </pc:picChg>
      </pc:sldChg>
      <pc:sldChg chg="addSp modSp mod">
        <pc:chgData name="Greg Tovar" userId="ae6bb955-30ab-46c2-a0cb-81ead22fc175" providerId="ADAL" clId="{4308DC60-7A42-4BCE-B6E0-3ECF38073087}" dt="2026-03-09T21:54:22.641" v="332" actId="20577"/>
        <pc:sldMkLst>
          <pc:docMk/>
          <pc:sldMk cId="3312085970" sldId="258"/>
        </pc:sldMkLst>
        <pc:spChg chg="add mod">
          <ac:chgData name="Greg Tovar" userId="ae6bb955-30ab-46c2-a0cb-81ead22fc175" providerId="ADAL" clId="{4308DC60-7A42-4BCE-B6E0-3ECF38073087}" dt="2026-03-09T21:54:22.641" v="332" actId="20577"/>
          <ac:spMkLst>
            <pc:docMk/>
            <pc:sldMk cId="3312085970" sldId="258"/>
            <ac:spMk id="6" creationId="{345A7AD3-AD6F-FB4F-DB7E-31B68BEAC4DE}"/>
          </ac:spMkLst>
        </pc:spChg>
        <pc:picChg chg="mod">
          <ac:chgData name="Greg Tovar" userId="ae6bb955-30ab-46c2-a0cb-81ead22fc175" providerId="ADAL" clId="{4308DC60-7A42-4BCE-B6E0-3ECF38073087}" dt="2026-03-09T21:53:32.987" v="195" actId="1076"/>
          <ac:picMkLst>
            <pc:docMk/>
            <pc:sldMk cId="3312085970" sldId="258"/>
            <ac:picMk id="5" creationId="{B7487EA2-2E2A-9D02-28AB-0CEB774FAC9E}"/>
          </ac:picMkLst>
        </pc:picChg>
      </pc:sldChg>
      <pc:sldChg chg="addSp modSp mod">
        <pc:chgData name="Greg Tovar" userId="ae6bb955-30ab-46c2-a0cb-81ead22fc175" providerId="ADAL" clId="{4308DC60-7A42-4BCE-B6E0-3ECF38073087}" dt="2026-03-09T21:56:04.706" v="494" actId="13926"/>
        <pc:sldMkLst>
          <pc:docMk/>
          <pc:sldMk cId="1893731575" sldId="259"/>
        </pc:sldMkLst>
        <pc:spChg chg="add mod">
          <ac:chgData name="Greg Tovar" userId="ae6bb955-30ab-46c2-a0cb-81ead22fc175" providerId="ADAL" clId="{4308DC60-7A42-4BCE-B6E0-3ECF38073087}" dt="2026-03-09T21:56:04.706" v="494" actId="13926"/>
          <ac:spMkLst>
            <pc:docMk/>
            <pc:sldMk cId="1893731575" sldId="259"/>
            <ac:spMk id="4" creationId="{89825EE0-0775-4216-14C6-F292338BC4A9}"/>
          </ac:spMkLst>
        </pc:spChg>
        <pc:picChg chg="mod">
          <ac:chgData name="Greg Tovar" userId="ae6bb955-30ab-46c2-a0cb-81ead22fc175" providerId="ADAL" clId="{4308DC60-7A42-4BCE-B6E0-3ECF38073087}" dt="2026-03-09T21:55:47.173" v="458" actId="1076"/>
          <ac:picMkLst>
            <pc:docMk/>
            <pc:sldMk cId="1893731575" sldId="259"/>
            <ac:picMk id="3" creationId="{5863A4BC-23CA-1D57-9A38-762A366974A7}"/>
          </ac:picMkLst>
        </pc:picChg>
      </pc:sldChg>
      <pc:sldChg chg="addSp modSp mod">
        <pc:chgData name="Greg Tovar" userId="ae6bb955-30ab-46c2-a0cb-81ead22fc175" providerId="ADAL" clId="{4308DC60-7A42-4BCE-B6E0-3ECF38073087}" dt="2026-03-09T21:56:28.165" v="528" actId="13926"/>
        <pc:sldMkLst>
          <pc:docMk/>
          <pc:sldMk cId="29859939" sldId="260"/>
        </pc:sldMkLst>
        <pc:spChg chg="add mod">
          <ac:chgData name="Greg Tovar" userId="ae6bb955-30ab-46c2-a0cb-81ead22fc175" providerId="ADAL" clId="{4308DC60-7A42-4BCE-B6E0-3ECF38073087}" dt="2026-03-09T21:56:28.165" v="528" actId="13926"/>
          <ac:spMkLst>
            <pc:docMk/>
            <pc:sldMk cId="29859939" sldId="260"/>
            <ac:spMk id="4" creationId="{02BAB373-550D-3D89-906A-AFDEE0C38619}"/>
          </ac:spMkLst>
        </pc:spChg>
        <pc:picChg chg="add mod">
          <ac:chgData name="Greg Tovar" userId="ae6bb955-30ab-46c2-a0cb-81ead22fc175" providerId="ADAL" clId="{4308DC60-7A42-4BCE-B6E0-3ECF38073087}" dt="2026-03-09T21:56:12.014" v="496" actId="1076"/>
          <ac:picMkLst>
            <pc:docMk/>
            <pc:sldMk cId="29859939" sldId="260"/>
            <ac:picMk id="3" creationId="{74ED345E-6A44-5E97-E45B-494685785DC6}"/>
          </ac:picMkLst>
        </pc:picChg>
      </pc:sldChg>
      <pc:sldChg chg="addSp modSp mod">
        <pc:chgData name="Greg Tovar" userId="ae6bb955-30ab-46c2-a0cb-81ead22fc175" providerId="ADAL" clId="{4308DC60-7A42-4BCE-B6E0-3ECF38073087}" dt="2026-03-09T22:01:10.893" v="786" actId="1076"/>
        <pc:sldMkLst>
          <pc:docMk/>
          <pc:sldMk cId="3500810289" sldId="261"/>
        </pc:sldMkLst>
        <pc:spChg chg="add mod">
          <ac:chgData name="Greg Tovar" userId="ae6bb955-30ab-46c2-a0cb-81ead22fc175" providerId="ADAL" clId="{4308DC60-7A42-4BCE-B6E0-3ECF38073087}" dt="2026-03-09T21:57:14.553" v="597" actId="13926"/>
          <ac:spMkLst>
            <pc:docMk/>
            <pc:sldMk cId="3500810289" sldId="261"/>
            <ac:spMk id="6" creationId="{D206CB91-D15E-A14D-F514-2ABC4FF86BB9}"/>
          </ac:spMkLst>
        </pc:spChg>
        <pc:picChg chg="add mod">
          <ac:chgData name="Greg Tovar" userId="ae6bb955-30ab-46c2-a0cb-81ead22fc175" providerId="ADAL" clId="{4308DC60-7A42-4BCE-B6E0-3ECF38073087}" dt="2026-03-09T22:01:08.964" v="785" actId="1076"/>
          <ac:picMkLst>
            <pc:docMk/>
            <pc:sldMk cId="3500810289" sldId="261"/>
            <ac:picMk id="3" creationId="{92C2EB0B-DC04-9856-212E-9DAFEB580E7B}"/>
          </ac:picMkLst>
        </pc:picChg>
        <pc:picChg chg="add mod">
          <ac:chgData name="Greg Tovar" userId="ae6bb955-30ab-46c2-a0cb-81ead22fc175" providerId="ADAL" clId="{4308DC60-7A42-4BCE-B6E0-3ECF38073087}" dt="2026-03-09T22:01:10.893" v="786" actId="1076"/>
          <ac:picMkLst>
            <pc:docMk/>
            <pc:sldMk cId="3500810289" sldId="261"/>
            <ac:picMk id="5" creationId="{E71E41BE-EEC6-EF65-52BB-4DD406DA559C}"/>
          </ac:picMkLst>
        </pc:picChg>
      </pc:sldChg>
      <pc:sldChg chg="addSp modSp mod">
        <pc:chgData name="Greg Tovar" userId="ae6bb955-30ab-46c2-a0cb-81ead22fc175" providerId="ADAL" clId="{4308DC60-7A42-4BCE-B6E0-3ECF38073087}" dt="2026-03-09T22:01:33.623" v="817" actId="20577"/>
        <pc:sldMkLst>
          <pc:docMk/>
          <pc:sldMk cId="2678816663" sldId="262"/>
        </pc:sldMkLst>
        <pc:spChg chg="add mod">
          <ac:chgData name="Greg Tovar" userId="ae6bb955-30ab-46c2-a0cb-81ead22fc175" providerId="ADAL" clId="{4308DC60-7A42-4BCE-B6E0-3ECF38073087}" dt="2026-03-09T21:57:34.285" v="619" actId="13926"/>
          <ac:spMkLst>
            <pc:docMk/>
            <pc:sldMk cId="2678816663" sldId="262"/>
            <ac:spMk id="4" creationId="{CAC632C7-E897-16E3-E49D-8C07C5E1660A}"/>
          </ac:spMkLst>
        </pc:spChg>
        <pc:spChg chg="add mod">
          <ac:chgData name="Greg Tovar" userId="ae6bb955-30ab-46c2-a0cb-81ead22fc175" providerId="ADAL" clId="{4308DC60-7A42-4BCE-B6E0-3ECF38073087}" dt="2026-03-09T22:01:33.623" v="817" actId="20577"/>
          <ac:spMkLst>
            <pc:docMk/>
            <pc:sldMk cId="2678816663" sldId="262"/>
            <ac:spMk id="5" creationId="{006FBEE4-08C1-2D7B-07F2-746C35988FFB}"/>
          </ac:spMkLst>
        </pc:spChg>
        <pc:picChg chg="add">
          <ac:chgData name="Greg Tovar" userId="ae6bb955-30ab-46c2-a0cb-81ead22fc175" providerId="ADAL" clId="{4308DC60-7A42-4BCE-B6E0-3ECF38073087}" dt="2026-03-09T21:46:04.147" v="20" actId="22"/>
          <ac:picMkLst>
            <pc:docMk/>
            <pc:sldMk cId="2678816663" sldId="262"/>
            <ac:picMk id="3" creationId="{D1D32E49-53F5-28AD-0E67-C414C62D84D5}"/>
          </ac:picMkLst>
        </pc:picChg>
      </pc:sldChg>
      <pc:sldChg chg="addSp delSp modSp mod">
        <pc:chgData name="Greg Tovar" userId="ae6bb955-30ab-46c2-a0cb-81ead22fc175" providerId="ADAL" clId="{4308DC60-7A42-4BCE-B6E0-3ECF38073087}" dt="2026-03-09T22:01:38.600" v="819" actId="20577"/>
        <pc:sldMkLst>
          <pc:docMk/>
          <pc:sldMk cId="61374526" sldId="263"/>
        </pc:sldMkLst>
        <pc:spChg chg="add del mod">
          <ac:chgData name="Greg Tovar" userId="ae6bb955-30ab-46c2-a0cb-81ead22fc175" providerId="ADAL" clId="{4308DC60-7A42-4BCE-B6E0-3ECF38073087}" dt="2026-03-09T21:58:14.374" v="689"/>
          <ac:spMkLst>
            <pc:docMk/>
            <pc:sldMk cId="61374526" sldId="263"/>
            <ac:spMk id="4" creationId="{68CCF992-566B-0691-2126-0229BA635046}"/>
          </ac:spMkLst>
        </pc:spChg>
        <pc:spChg chg="add mod">
          <ac:chgData name="Greg Tovar" userId="ae6bb955-30ab-46c2-a0cb-81ead22fc175" providerId="ADAL" clId="{4308DC60-7A42-4BCE-B6E0-3ECF38073087}" dt="2026-03-09T22:01:38.600" v="819" actId="20577"/>
          <ac:spMkLst>
            <pc:docMk/>
            <pc:sldMk cId="61374526" sldId="263"/>
            <ac:spMk id="5" creationId="{2D84008D-7289-DF73-857E-F37B21BF0D41}"/>
          </ac:spMkLst>
        </pc:spChg>
        <pc:picChg chg="add mod">
          <ac:chgData name="Greg Tovar" userId="ae6bb955-30ab-46c2-a0cb-81ead22fc175" providerId="ADAL" clId="{4308DC60-7A42-4BCE-B6E0-3ECF38073087}" dt="2026-03-09T21:58:13.250" v="687" actId="1076"/>
          <ac:picMkLst>
            <pc:docMk/>
            <pc:sldMk cId="61374526" sldId="263"/>
            <ac:picMk id="3" creationId="{4A05D7C7-71BA-1AFF-7BA8-AA70A786E53B}"/>
          </ac:picMkLst>
        </pc:picChg>
      </pc:sldChg>
      <pc:sldChg chg="del">
        <pc:chgData name="Greg Tovar" userId="ae6bb955-30ab-46c2-a0cb-81ead22fc175" providerId="ADAL" clId="{4308DC60-7A42-4BCE-B6E0-3ECF38073087}" dt="2026-03-09T21:58:18.225" v="694" actId="47"/>
        <pc:sldMkLst>
          <pc:docMk/>
          <pc:sldMk cId="219743333" sldId="264"/>
        </pc:sldMkLst>
      </pc:sldChg>
      <pc:sldChg chg="addSp delSp modSp add mod">
        <pc:chgData name="Greg Tovar" userId="ae6bb955-30ab-46c2-a0cb-81ead22fc175" providerId="ADAL" clId="{4308DC60-7A42-4BCE-B6E0-3ECF38073087}" dt="2026-03-09T22:00:41.371" v="783" actId="1076"/>
        <pc:sldMkLst>
          <pc:docMk/>
          <pc:sldMk cId="3618326562" sldId="265"/>
        </pc:sldMkLst>
        <pc:spChg chg="add mod">
          <ac:chgData name="Greg Tovar" userId="ae6bb955-30ab-46c2-a0cb-81ead22fc175" providerId="ADAL" clId="{4308DC60-7A42-4BCE-B6E0-3ECF38073087}" dt="2026-03-09T21:54:45.598" v="361" actId="13926"/>
          <ac:spMkLst>
            <pc:docMk/>
            <pc:sldMk cId="3618326562" sldId="265"/>
            <ac:spMk id="4" creationId="{48E328C1-B1CD-3EF3-7644-594585E0E76F}"/>
          </ac:spMkLst>
        </pc:spChg>
        <pc:spChg chg="add mod">
          <ac:chgData name="Greg Tovar" userId="ae6bb955-30ab-46c2-a0cb-81ead22fc175" providerId="ADAL" clId="{4308DC60-7A42-4BCE-B6E0-3ECF38073087}" dt="2026-03-09T22:00:41.371" v="783" actId="1076"/>
          <ac:spMkLst>
            <pc:docMk/>
            <pc:sldMk cId="3618326562" sldId="265"/>
            <ac:spMk id="6" creationId="{2CFCA75C-F9A1-C4D5-15EC-EBF0DB2A205C}"/>
          </ac:spMkLst>
        </pc:spChg>
        <pc:picChg chg="add mod">
          <ac:chgData name="Greg Tovar" userId="ae6bb955-30ab-46c2-a0cb-81ead22fc175" providerId="ADAL" clId="{4308DC60-7A42-4BCE-B6E0-3ECF38073087}" dt="2026-03-09T21:51:31.339" v="44" actId="1076"/>
          <ac:picMkLst>
            <pc:docMk/>
            <pc:sldMk cId="3618326562" sldId="265"/>
            <ac:picMk id="3" creationId="{8C6ADF3D-1501-48AE-57B0-96DBFBC3B066}"/>
          </ac:picMkLst>
        </pc:picChg>
        <pc:picChg chg="del mod">
          <ac:chgData name="Greg Tovar" userId="ae6bb955-30ab-46c2-a0cb-81ead22fc175" providerId="ADAL" clId="{4308DC60-7A42-4BCE-B6E0-3ECF38073087}" dt="2026-03-09T21:35:46.369" v="10" actId="478"/>
          <ac:picMkLst>
            <pc:docMk/>
            <pc:sldMk cId="3618326562" sldId="265"/>
            <ac:picMk id="5" creationId="{C96C0DC6-C754-B995-1837-573C3E7062E7}"/>
          </ac:picMkLst>
        </pc:picChg>
      </pc:sldChg>
      <pc:sldChg chg="addSp delSp modSp add mod">
        <pc:chgData name="Greg Tovar" userId="ae6bb955-30ab-46c2-a0cb-81ead22fc175" providerId="ADAL" clId="{4308DC60-7A42-4BCE-B6E0-3ECF38073087}" dt="2026-03-09T21:52:41.022" v="140" actId="20577"/>
        <pc:sldMkLst>
          <pc:docMk/>
          <pc:sldMk cId="2019190391" sldId="266"/>
        </pc:sldMkLst>
        <pc:spChg chg="add mod">
          <ac:chgData name="Greg Tovar" userId="ae6bb955-30ab-46c2-a0cb-81ead22fc175" providerId="ADAL" clId="{4308DC60-7A42-4BCE-B6E0-3ECF38073087}" dt="2026-03-09T21:52:41.022" v="140" actId="20577"/>
          <ac:spMkLst>
            <pc:docMk/>
            <pc:sldMk cId="2019190391" sldId="266"/>
            <ac:spMk id="5" creationId="{E2BB65D7-AEA7-92FE-2B21-9B5FB6058A4D}"/>
          </ac:spMkLst>
        </pc:spChg>
        <pc:picChg chg="del">
          <ac:chgData name="Greg Tovar" userId="ae6bb955-30ab-46c2-a0cb-81ead22fc175" providerId="ADAL" clId="{4308DC60-7A42-4BCE-B6E0-3ECF38073087}" dt="2026-03-09T21:41:15.216" v="16" actId="478"/>
          <ac:picMkLst>
            <pc:docMk/>
            <pc:sldMk cId="2019190391" sldId="266"/>
            <ac:picMk id="3" creationId="{7E065DEC-CB8F-61A6-CDFB-126DE2B718B1}"/>
          </ac:picMkLst>
        </pc:picChg>
        <pc:picChg chg="add mod">
          <ac:chgData name="Greg Tovar" userId="ae6bb955-30ab-46c2-a0cb-81ead22fc175" providerId="ADAL" clId="{4308DC60-7A42-4BCE-B6E0-3ECF38073087}" dt="2026-03-09T21:51:42.476" v="46" actId="1076"/>
          <ac:picMkLst>
            <pc:docMk/>
            <pc:sldMk cId="2019190391" sldId="266"/>
            <ac:picMk id="4" creationId="{BFA2FC6A-7515-8E60-32D2-2958B7DA6012}"/>
          </ac:picMkLst>
        </pc:picChg>
      </pc:sldChg>
      <pc:sldChg chg="addSp delSp modSp add mod">
        <pc:chgData name="Greg Tovar" userId="ae6bb955-30ab-46c2-a0cb-81ead22fc175" providerId="ADAL" clId="{4308DC60-7A42-4BCE-B6E0-3ECF38073087}" dt="2026-03-09T21:55:35.729" v="455" actId="13926"/>
        <pc:sldMkLst>
          <pc:docMk/>
          <pc:sldMk cId="3719486616" sldId="267"/>
        </pc:sldMkLst>
        <pc:spChg chg="add mod">
          <ac:chgData name="Greg Tovar" userId="ae6bb955-30ab-46c2-a0cb-81ead22fc175" providerId="ADAL" clId="{4308DC60-7A42-4BCE-B6E0-3ECF38073087}" dt="2026-03-09T21:55:35.729" v="455" actId="13926"/>
          <ac:spMkLst>
            <pc:docMk/>
            <pc:sldMk cId="3719486616" sldId="267"/>
            <ac:spMk id="5" creationId="{D5A01819-0B9B-E7F4-4EFE-C72BCA95F6FB}"/>
          </ac:spMkLst>
        </pc:spChg>
        <pc:picChg chg="del">
          <ac:chgData name="Greg Tovar" userId="ae6bb955-30ab-46c2-a0cb-81ead22fc175" providerId="ADAL" clId="{4308DC60-7A42-4BCE-B6E0-3ECF38073087}" dt="2026-03-09T21:41:17.436" v="17" actId="478"/>
          <ac:picMkLst>
            <pc:docMk/>
            <pc:sldMk cId="3719486616" sldId="267"/>
            <ac:picMk id="3" creationId="{3AD49D05-1846-930C-351D-44849CADEAA3}"/>
          </ac:picMkLst>
        </pc:picChg>
        <pc:picChg chg="add mod">
          <ac:chgData name="Greg Tovar" userId="ae6bb955-30ab-46c2-a0cb-81ead22fc175" providerId="ADAL" clId="{4308DC60-7A42-4BCE-B6E0-3ECF38073087}" dt="2026-03-09T21:52:56.400" v="142" actId="1076"/>
          <ac:picMkLst>
            <pc:docMk/>
            <pc:sldMk cId="3719486616" sldId="267"/>
            <ac:picMk id="4" creationId="{931D9FDF-9BEB-A120-FA1C-AAA228746D00}"/>
          </ac:picMkLst>
        </pc:picChg>
      </pc:sldChg>
      <pc:sldChg chg="add del">
        <pc:chgData name="Greg Tovar" userId="ae6bb955-30ab-46c2-a0cb-81ead22fc175" providerId="ADAL" clId="{4308DC60-7A42-4BCE-B6E0-3ECF38073087}" dt="2026-03-09T21:58:15.925" v="690" actId="47"/>
        <pc:sldMkLst>
          <pc:docMk/>
          <pc:sldMk cId="613251721" sldId="268"/>
        </pc:sldMkLst>
      </pc:sldChg>
      <pc:sldChg chg="add del">
        <pc:chgData name="Greg Tovar" userId="ae6bb955-30ab-46c2-a0cb-81ead22fc175" providerId="ADAL" clId="{4308DC60-7A42-4BCE-B6E0-3ECF38073087}" dt="2026-03-09T21:58:16.233" v="691" actId="47"/>
        <pc:sldMkLst>
          <pc:docMk/>
          <pc:sldMk cId="2067418099" sldId="269"/>
        </pc:sldMkLst>
      </pc:sldChg>
      <pc:sldChg chg="add del">
        <pc:chgData name="Greg Tovar" userId="ae6bb955-30ab-46c2-a0cb-81ead22fc175" providerId="ADAL" clId="{4308DC60-7A42-4BCE-B6E0-3ECF38073087}" dt="2026-03-09T21:58:16.808" v="692" actId="47"/>
        <pc:sldMkLst>
          <pc:docMk/>
          <pc:sldMk cId="591192407" sldId="270"/>
        </pc:sldMkLst>
      </pc:sldChg>
      <pc:sldChg chg="add del">
        <pc:chgData name="Greg Tovar" userId="ae6bb955-30ab-46c2-a0cb-81ead22fc175" providerId="ADAL" clId="{4308DC60-7A42-4BCE-B6E0-3ECF38073087}" dt="2026-03-09T21:58:17.200" v="693" actId="47"/>
        <pc:sldMkLst>
          <pc:docMk/>
          <pc:sldMk cId="3950958512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AA0E-322E-F0AB-0BEA-55AAD4275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DC0E0-28BC-64E5-948A-8701DF463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4A82-4368-2BE9-5F7D-87DD3658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42307-7C75-71C0-134E-6C1C96BD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05AAB-ED98-40A0-3F1C-BF51280F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1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D3FC-80BA-308A-DB03-119D030E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F50DF-119D-056A-8F70-8806A1332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FEBE2-A643-C112-D886-138416B8A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9CE74-DC23-D20C-85DD-2D2F5F13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50AF-8C13-BD58-F744-E691902A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1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109F-7078-C34E-51B5-AB9C5D3E2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9BEA6-31B8-E183-A26B-22F3C5D1C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AA5C4-1409-D826-2732-7A1C07DC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B5F11-B0EC-546E-BA72-D5017968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3B22D-416A-78B9-25BC-C180EEB9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1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E2BBC-FA59-01D9-0B19-0DF6D0A6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CE51C-49CE-A9E9-606C-E82842E26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53601-C6A0-CFB0-7C86-9B1ED1555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EDA7-2DB9-8225-3974-3D4F9B19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CD067-F402-044C-84B1-327E650A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3DCA5-645C-328E-DB0E-99919437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6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1CB5-2EA8-694C-54AF-D7EEA0E2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87FDA-DD98-7E36-6AC9-1B1416F11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A2D92-D000-34AD-98E2-63046AA59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CBA45-C8BD-880D-34EA-120A63838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B6AA4-7022-E293-944E-0D0B3E758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48992-38B9-E035-5DA9-8B4B38D2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A2FF6D-2D97-C439-87E2-68700309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45E84-189D-453F-C683-93F93610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45AD-D48F-9CB4-CF88-AA92A3AF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7E32E-2C7A-E749-429A-1A2AAE66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118FF-53EB-9459-4F16-D40AF33A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86842-1280-1409-AF7F-EED86EC9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8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548B3-2868-30C8-F225-D249C651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82085-5570-2578-1FFF-ED823170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0053F-A367-6BEC-916E-E1E3D615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9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00B8-11D0-8471-9248-59F412047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E332-1B0E-BE3D-5BF5-82EC7ACF5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5067C-1536-4C3E-854C-688B7EB17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9C521-F38F-3F01-8DD4-66E504DD5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08C43-0BE8-B50E-6CB2-C75AFE53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7F8FE-46C0-58FA-C83C-24EBE921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4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E654-5EE6-D7CC-238A-B180DB35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1B461-BEFB-B2D0-C484-51C3FFDBE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E37F2-C631-5DDC-C34C-AA4435763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4D695-613C-2C49-6974-F23C07D41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D02D2-335B-3C8E-0E02-53A33B33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233E1-24CF-7351-4672-1184CB96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8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3E1C-E7DA-B596-5505-E0749550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A5D3A-D05F-787B-54C8-848F7033F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430CE-4654-9098-BE7C-CE1C5565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873CB-CCAE-E38E-60E8-C13703DA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3B308-6BEC-5334-2F7E-01BF7B12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D0D39-2086-A948-998E-B41C6C606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F3407-A3A1-C81D-71A4-7EDB50777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3D12B-BCF8-7E94-591F-A05E73ED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EA69-0DAD-5998-50EF-C762D8AD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4D3F2-4C1E-777C-94E9-EAEFC6A9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C111A-9872-C47F-E3B1-85EA651A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32723-4252-02A7-D348-9D1A6F48A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411B9-EDCF-AE2C-F284-DED9EF5A3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F9E2-8415-4E79-80E1-09730350F1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3729B-389D-4ABE-6909-11C2EA443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7C7DB-03A4-C173-082D-649391ACD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8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4DD8CC-74BB-B79E-F53B-BA5CE5BF04D1}"/>
              </a:ext>
            </a:extLst>
          </p:cNvPr>
          <p:cNvSpPr txBox="1"/>
          <p:nvPr/>
        </p:nvSpPr>
        <p:spPr>
          <a:xfrm>
            <a:off x="250522" y="399766"/>
            <a:ext cx="114002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Usando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Comemando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MKDIR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PS C:\Users\gregt&gt; cd "C:\Users\Gregt\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OneDrive - Greg Tovar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“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PS C:\Users\Gregt\OneDrive - Greg Tovar&gt; cd desktop</a:t>
            </a:r>
          </a:p>
          <a:p>
            <a:r>
              <a:rPr lang="en-US" dirty="0" err="1"/>
              <a:t>mkdir</a:t>
            </a:r>
            <a:r>
              <a:rPr lang="en-US" dirty="0"/>
              <a:t> Empleado1 Empleado2 Empleado3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F8583-4581-55C9-91C1-F59FE5BA5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22" y="2079344"/>
            <a:ext cx="8253703" cy="2234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28AFB-8B37-F38A-B109-3FE08F8EB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41" y="4529675"/>
            <a:ext cx="3255556" cy="2213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A6C038-088F-B6CA-6FA4-26D0089B2545}"/>
              </a:ext>
            </a:extLst>
          </p:cNvPr>
          <p:cNvSpPr txBox="1"/>
          <p:nvPr/>
        </p:nvSpPr>
        <p:spPr>
          <a:xfrm>
            <a:off x="6096000" y="5198301"/>
            <a:ext cx="2038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Desktop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317FB32E-B535-8C5F-B442-6069E34F8955}"/>
              </a:ext>
            </a:extLst>
          </p:cNvPr>
          <p:cNvSpPr/>
          <p:nvPr/>
        </p:nvSpPr>
        <p:spPr>
          <a:xfrm>
            <a:off x="3958224" y="5167069"/>
            <a:ext cx="1903956" cy="7703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5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7BA98-1B83-1041-81F3-ACC97FF63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3A348F-ED69-4906-DFE7-89298C630662}"/>
              </a:ext>
            </a:extLst>
          </p:cNvPr>
          <p:cNvSpPr txBox="1"/>
          <p:nvPr/>
        </p:nvSpPr>
        <p:spPr>
          <a:xfrm>
            <a:off x="250522" y="399766"/>
            <a:ext cx="114002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Creando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Empleados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–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Comando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MOVE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Moviendo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las 3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carpetas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la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nueva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carpea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empleados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MOVE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82174-532D-4DB7-42B7-DFEC44C8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67" y="1599864"/>
            <a:ext cx="8354726" cy="24684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E17D9B-67E2-7082-2875-FED072F06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60" y="4247593"/>
            <a:ext cx="2904387" cy="2493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35B36F-9778-A5E4-4B2B-D5DF101AFC54}"/>
              </a:ext>
            </a:extLst>
          </p:cNvPr>
          <p:cNvSpPr txBox="1"/>
          <p:nvPr/>
        </p:nvSpPr>
        <p:spPr>
          <a:xfrm>
            <a:off x="6096000" y="5198301"/>
            <a:ext cx="2038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Desktop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41B6030F-B214-1BD2-EB53-20CAD162AB16}"/>
              </a:ext>
            </a:extLst>
          </p:cNvPr>
          <p:cNvSpPr/>
          <p:nvPr/>
        </p:nvSpPr>
        <p:spPr>
          <a:xfrm>
            <a:off x="3958224" y="5167069"/>
            <a:ext cx="1903956" cy="7703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84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A97A-AB99-148B-1E5A-81E1EAFE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487EA2-2E2A-9D02-28AB-0CEB774FA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34" y="1448249"/>
            <a:ext cx="11116536" cy="50529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5A7AD3-AD6F-FB4F-DB7E-31B68BEAC4DE}"/>
              </a:ext>
            </a:extLst>
          </p:cNvPr>
          <p:cNvSpPr txBox="1"/>
          <p:nvPr/>
        </p:nvSpPr>
        <p:spPr>
          <a:xfrm>
            <a:off x="250522" y="399766"/>
            <a:ext cx="114002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No es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command prompt,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pero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una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preba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que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se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crearon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las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carpetas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085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4474-0D4F-5133-BEFF-74B91BA16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6ADF3D-1501-48AE-57B0-96DBFBC3B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271" y="1849929"/>
            <a:ext cx="9593451" cy="4476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E328C1-B1CD-3EF3-7644-594585E0E76F}"/>
              </a:ext>
            </a:extLst>
          </p:cNvPr>
          <p:cNvSpPr txBox="1"/>
          <p:nvPr/>
        </p:nvSpPr>
        <p:spPr>
          <a:xfrm>
            <a:off x="250522" y="399766"/>
            <a:ext cx="1140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Usando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commando </a:t>
            </a: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ECHO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CA75C-F9A1-C4D5-15EC-EBF0DB2A205C}"/>
              </a:ext>
            </a:extLst>
          </p:cNvPr>
          <p:cNvSpPr txBox="1"/>
          <p:nvPr/>
        </p:nvSpPr>
        <p:spPr>
          <a:xfrm>
            <a:off x="250522" y="783898"/>
            <a:ext cx="1140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(Para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archivos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TXT)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32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C108-AC87-486B-5664-3937D285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A2FC6A-7515-8E60-32D2-2958B7DA6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52" y="1373733"/>
            <a:ext cx="10657562" cy="5270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BB65D7-AEA7-92FE-2B21-9B5FB6058A4D}"/>
              </a:ext>
            </a:extLst>
          </p:cNvPr>
          <p:cNvSpPr txBox="1"/>
          <p:nvPr/>
        </p:nvSpPr>
        <p:spPr>
          <a:xfrm>
            <a:off x="469727" y="330873"/>
            <a:ext cx="114002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Usando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comendo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ECHO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(En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cada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una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 las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carpetas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para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TXT file)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19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A599E-5F24-CF29-13AA-22EBC883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1D9FDF-9BEB-A120-FA1C-AAA228746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74" y="2012463"/>
            <a:ext cx="10851715" cy="34752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A01819-0B9B-E7F4-4EFE-C72BCA95F6FB}"/>
              </a:ext>
            </a:extLst>
          </p:cNvPr>
          <p:cNvSpPr txBox="1"/>
          <p:nvPr/>
        </p:nvSpPr>
        <p:spPr>
          <a:xfrm>
            <a:off x="231733" y="399766"/>
            <a:ext cx="1140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Se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TXT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la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tercera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carperta</a:t>
            </a:r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486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E2B6F-0DE8-068F-753F-D59F866C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3A4BC-23CA-1D57-9A38-762A36697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657" y="2105965"/>
            <a:ext cx="9554142" cy="36327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825EE0-0775-4216-14C6-F292338BC4A9}"/>
              </a:ext>
            </a:extLst>
          </p:cNvPr>
          <p:cNvSpPr txBox="1"/>
          <p:nvPr/>
        </p:nvSpPr>
        <p:spPr>
          <a:xfrm>
            <a:off x="250522" y="399766"/>
            <a:ext cx="1140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Las 3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carpetas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movidas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empleados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731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6E161-DEC6-3DC0-A978-9CB51C9B1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ED345E-6A44-5E97-E45B-494685785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21" y="1377656"/>
            <a:ext cx="10670088" cy="53257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BAB373-550D-3D89-906A-AFDEE0C38619}"/>
              </a:ext>
            </a:extLst>
          </p:cNvPr>
          <p:cNvSpPr txBox="1"/>
          <p:nvPr/>
        </p:nvSpPr>
        <p:spPr>
          <a:xfrm>
            <a:off x="250522" y="399766"/>
            <a:ext cx="1140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Comando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TASKLIST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9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27B1B-3BF5-71EF-AA97-D9D2BE39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C2EB0B-DC04-9856-212E-9DAFEB580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08" y="833783"/>
            <a:ext cx="10183660" cy="29856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1E41BE-EEC6-EF65-52BB-4DD406DA5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08" y="3914976"/>
            <a:ext cx="9360976" cy="28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06CB91-D15E-A14D-F514-2ABC4FF86BB9}"/>
              </a:ext>
            </a:extLst>
          </p:cNvPr>
          <p:cNvSpPr txBox="1"/>
          <p:nvPr/>
        </p:nvSpPr>
        <p:spPr>
          <a:xfrm>
            <a:off x="157862" y="107414"/>
            <a:ext cx="1140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Pinging Google.com y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usado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comando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Tasklist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810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B7014-015C-B334-FFB6-B3B0A4DC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D32E49-53F5-28AD-0E67-C414C62D8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4406"/>
            <a:ext cx="12192000" cy="19091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C632C7-E897-16E3-E49D-8C07C5E1660A}"/>
              </a:ext>
            </a:extLst>
          </p:cNvPr>
          <p:cNvSpPr txBox="1"/>
          <p:nvPr/>
        </p:nvSpPr>
        <p:spPr>
          <a:xfrm>
            <a:off x="250522" y="399766"/>
            <a:ext cx="1140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Comando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Time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FBEE4-08C1-2D7B-07F2-746C35988FFB}"/>
              </a:ext>
            </a:extLst>
          </p:cNvPr>
          <p:cNvSpPr txBox="1"/>
          <p:nvPr/>
        </p:nvSpPr>
        <p:spPr>
          <a:xfrm>
            <a:off x="250522" y="783898"/>
            <a:ext cx="1140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(Para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vwe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la hora de S/O)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16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80A25-1994-B0B3-6317-F5B673F4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05D7C7-71BA-1AFF-7BA8-AA70A786E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803" y="1026212"/>
            <a:ext cx="9452084" cy="5681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84008D-7289-DF73-857E-F37B21BF0D41}"/>
              </a:ext>
            </a:extLst>
          </p:cNvPr>
          <p:cNvSpPr txBox="1"/>
          <p:nvPr/>
        </p:nvSpPr>
        <p:spPr>
          <a:xfrm>
            <a:off x="250522" y="399766"/>
            <a:ext cx="1140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Usando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command prompt </a:t>
            </a: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para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hacer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rename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4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149</Words>
  <Application>Microsoft Office PowerPoint</Application>
  <PresentationFormat>Widescreen</PresentationFormat>
  <Paragraphs>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Tovar</dc:creator>
  <cp:lastModifiedBy>Greg Tovar</cp:lastModifiedBy>
  <cp:revision>2</cp:revision>
  <dcterms:created xsi:type="dcterms:W3CDTF">2026-03-08T19:23:01Z</dcterms:created>
  <dcterms:modified xsi:type="dcterms:W3CDTF">2026-03-09T22:01:42Z</dcterms:modified>
</cp:coreProperties>
</file>