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5DFFE-D1CB-473D-80A2-214F77005E91}" v="18" dt="2026-03-11T13:19:17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Tovar" userId="ae6bb955-30ab-46c2-a0cb-81ead22fc175" providerId="ADAL" clId="{4308DC60-7A42-4BCE-B6E0-3ECF38073087}"/>
    <pc:docChg chg="custSel addSld delSld modSld">
      <pc:chgData name="Greg Tovar" userId="ae6bb955-30ab-46c2-a0cb-81ead22fc175" providerId="ADAL" clId="{4308DC60-7A42-4BCE-B6E0-3ECF38073087}" dt="2026-03-11T13:21:45.503" v="129" actId="47"/>
      <pc:docMkLst>
        <pc:docMk/>
      </pc:docMkLst>
      <pc:sldChg chg="addSp delSp modSp mod">
        <pc:chgData name="Greg Tovar" userId="ae6bb955-30ab-46c2-a0cb-81ead22fc175" providerId="ADAL" clId="{4308DC60-7A42-4BCE-B6E0-3ECF38073087}" dt="2026-03-11T12:53:39.339" v="76" actId="1076"/>
        <pc:sldMkLst>
          <pc:docMk/>
          <pc:sldMk cId="3916151024" sldId="256"/>
        </pc:sldMkLst>
        <pc:spChg chg="add del">
          <ac:chgData name="Greg Tovar" userId="ae6bb955-30ab-46c2-a0cb-81ead22fc175" providerId="ADAL" clId="{4308DC60-7A42-4BCE-B6E0-3ECF38073087}" dt="2026-03-11T12:46:29.946" v="9" actId="478"/>
          <ac:spMkLst>
            <pc:docMk/>
            <pc:sldMk cId="3916151024" sldId="256"/>
            <ac:spMk id="2" creationId="{1E5B9ADA-07D6-101B-AA8E-DDDB9F878757}"/>
          </ac:spMkLst>
        </pc:spChg>
        <pc:spChg chg="add mod">
          <ac:chgData name="Greg Tovar" userId="ae6bb955-30ab-46c2-a0cb-81ead22fc175" providerId="ADAL" clId="{4308DC60-7A42-4BCE-B6E0-3ECF38073087}" dt="2026-03-11T12:53:39.339" v="76" actId="1076"/>
          <ac:spMkLst>
            <pc:docMk/>
            <pc:sldMk cId="3916151024" sldId="256"/>
            <ac:spMk id="3" creationId="{AA42AE4E-2252-7121-8D21-D02ED5F1DE34}"/>
          </ac:spMkLst>
        </pc:spChg>
        <pc:spChg chg="add mod">
          <ac:chgData name="Greg Tovar" userId="ae6bb955-30ab-46c2-a0cb-81ead22fc175" providerId="ADAL" clId="{4308DC60-7A42-4BCE-B6E0-3ECF38073087}" dt="2026-03-11T12:48:04.346" v="59" actId="1076"/>
          <ac:spMkLst>
            <pc:docMk/>
            <pc:sldMk cId="3916151024" sldId="256"/>
            <ac:spMk id="4" creationId="{12813029-2249-5B2A-7D88-2D825BA6B56A}"/>
          </ac:spMkLst>
        </pc:spChg>
        <pc:spChg chg="del mod">
          <ac:chgData name="Greg Tovar" userId="ae6bb955-30ab-46c2-a0cb-81ead22fc175" providerId="ADAL" clId="{4308DC60-7A42-4BCE-B6E0-3ECF38073087}" dt="2026-03-11T12:46:27.628" v="8"/>
          <ac:spMkLst>
            <pc:docMk/>
            <pc:sldMk cId="3916151024" sldId="256"/>
            <ac:spMk id="5" creationId="{5B4DD8CC-74BB-B79E-F53B-BA5CE5BF04D1}"/>
          </ac:spMkLst>
        </pc:spChg>
        <pc:spChg chg="del">
          <ac:chgData name="Greg Tovar" userId="ae6bb955-30ab-46c2-a0cb-81ead22fc175" providerId="ADAL" clId="{4308DC60-7A42-4BCE-B6E0-3ECF38073087}" dt="2026-03-11T12:46:29.946" v="9" actId="478"/>
          <ac:spMkLst>
            <pc:docMk/>
            <pc:sldMk cId="3916151024" sldId="256"/>
            <ac:spMk id="8" creationId="{D8A6C038-088F-B6CA-6FA4-26D0089B2545}"/>
          </ac:spMkLst>
        </pc:spChg>
        <pc:spChg chg="del">
          <ac:chgData name="Greg Tovar" userId="ae6bb955-30ab-46c2-a0cb-81ead22fc175" providerId="ADAL" clId="{4308DC60-7A42-4BCE-B6E0-3ECF38073087}" dt="2026-03-11T12:46:29.946" v="9" actId="478"/>
          <ac:spMkLst>
            <pc:docMk/>
            <pc:sldMk cId="3916151024" sldId="256"/>
            <ac:spMk id="9" creationId="{317FB32E-B535-8C5F-B442-6069E34F8955}"/>
          </ac:spMkLst>
        </pc:spChg>
        <pc:picChg chg="del">
          <ac:chgData name="Greg Tovar" userId="ae6bb955-30ab-46c2-a0cb-81ead22fc175" providerId="ADAL" clId="{4308DC60-7A42-4BCE-B6E0-3ECF38073087}" dt="2026-03-11T12:46:29.946" v="9" actId="478"/>
          <ac:picMkLst>
            <pc:docMk/>
            <pc:sldMk cId="3916151024" sldId="256"/>
            <ac:picMk id="6" creationId="{816F8583-4581-55C9-91C1-F59FE5BA5414}"/>
          </ac:picMkLst>
        </pc:picChg>
        <pc:picChg chg="del">
          <ac:chgData name="Greg Tovar" userId="ae6bb955-30ab-46c2-a0cb-81ead22fc175" providerId="ADAL" clId="{4308DC60-7A42-4BCE-B6E0-3ECF38073087}" dt="2026-03-11T12:46:29.946" v="9" actId="478"/>
          <ac:picMkLst>
            <pc:docMk/>
            <pc:sldMk cId="3916151024" sldId="256"/>
            <ac:picMk id="7" creationId="{2BF28AFB-8B37-F38A-B109-3FE08F8EB593}"/>
          </ac:picMkLst>
        </pc:picChg>
      </pc:sldChg>
      <pc:sldChg chg="del">
        <pc:chgData name="Greg Tovar" userId="ae6bb955-30ab-46c2-a0cb-81ead22fc175" providerId="ADAL" clId="{4308DC60-7A42-4BCE-B6E0-3ECF38073087}" dt="2026-03-11T13:21:39.723" v="120" actId="47"/>
        <pc:sldMkLst>
          <pc:docMk/>
          <pc:sldMk cId="1968184964" sldId="257"/>
        </pc:sldMkLst>
      </pc:sldChg>
      <pc:sldChg chg="del">
        <pc:chgData name="Greg Tovar" userId="ae6bb955-30ab-46c2-a0cb-81ead22fc175" providerId="ADAL" clId="{4308DC60-7A42-4BCE-B6E0-3ECF38073087}" dt="2026-03-11T13:21:40.209" v="121" actId="47"/>
        <pc:sldMkLst>
          <pc:docMk/>
          <pc:sldMk cId="3312085970" sldId="258"/>
        </pc:sldMkLst>
      </pc:sldChg>
      <pc:sldChg chg="del">
        <pc:chgData name="Greg Tovar" userId="ae6bb955-30ab-46c2-a0cb-81ead22fc175" providerId="ADAL" clId="{4308DC60-7A42-4BCE-B6E0-3ECF38073087}" dt="2026-03-11T13:21:42.355" v="125" actId="47"/>
        <pc:sldMkLst>
          <pc:docMk/>
          <pc:sldMk cId="1893731575" sldId="259"/>
        </pc:sldMkLst>
      </pc:sldChg>
      <pc:sldChg chg="del">
        <pc:chgData name="Greg Tovar" userId="ae6bb955-30ab-46c2-a0cb-81ead22fc175" providerId="ADAL" clId="{4308DC60-7A42-4BCE-B6E0-3ECF38073087}" dt="2026-03-11T13:21:42.967" v="126" actId="47"/>
        <pc:sldMkLst>
          <pc:docMk/>
          <pc:sldMk cId="29859939" sldId="260"/>
        </pc:sldMkLst>
      </pc:sldChg>
      <pc:sldChg chg="del">
        <pc:chgData name="Greg Tovar" userId="ae6bb955-30ab-46c2-a0cb-81ead22fc175" providerId="ADAL" clId="{4308DC60-7A42-4BCE-B6E0-3ECF38073087}" dt="2026-03-11T13:21:43.459" v="127" actId="47"/>
        <pc:sldMkLst>
          <pc:docMk/>
          <pc:sldMk cId="3500810289" sldId="261"/>
        </pc:sldMkLst>
      </pc:sldChg>
      <pc:sldChg chg="del">
        <pc:chgData name="Greg Tovar" userId="ae6bb955-30ab-46c2-a0cb-81ead22fc175" providerId="ADAL" clId="{4308DC60-7A42-4BCE-B6E0-3ECF38073087}" dt="2026-03-11T13:21:44.057" v="128" actId="47"/>
        <pc:sldMkLst>
          <pc:docMk/>
          <pc:sldMk cId="2678816663" sldId="262"/>
        </pc:sldMkLst>
      </pc:sldChg>
      <pc:sldChg chg="del">
        <pc:chgData name="Greg Tovar" userId="ae6bb955-30ab-46c2-a0cb-81ead22fc175" providerId="ADAL" clId="{4308DC60-7A42-4BCE-B6E0-3ECF38073087}" dt="2026-03-11T13:21:45.503" v="129" actId="47"/>
        <pc:sldMkLst>
          <pc:docMk/>
          <pc:sldMk cId="61374526" sldId="263"/>
        </pc:sldMkLst>
      </pc:sldChg>
      <pc:sldChg chg="del">
        <pc:chgData name="Greg Tovar" userId="ae6bb955-30ab-46c2-a0cb-81ead22fc175" providerId="ADAL" clId="{4308DC60-7A42-4BCE-B6E0-3ECF38073087}" dt="2026-03-11T13:21:40.795" v="122" actId="47"/>
        <pc:sldMkLst>
          <pc:docMk/>
          <pc:sldMk cId="3618326562" sldId="265"/>
        </pc:sldMkLst>
      </pc:sldChg>
      <pc:sldChg chg="del">
        <pc:chgData name="Greg Tovar" userId="ae6bb955-30ab-46c2-a0cb-81ead22fc175" providerId="ADAL" clId="{4308DC60-7A42-4BCE-B6E0-3ECF38073087}" dt="2026-03-11T13:21:41.372" v="123" actId="47"/>
        <pc:sldMkLst>
          <pc:docMk/>
          <pc:sldMk cId="2019190391" sldId="266"/>
        </pc:sldMkLst>
      </pc:sldChg>
      <pc:sldChg chg="del">
        <pc:chgData name="Greg Tovar" userId="ae6bb955-30ab-46c2-a0cb-81ead22fc175" providerId="ADAL" clId="{4308DC60-7A42-4BCE-B6E0-3ECF38073087}" dt="2026-03-11T13:21:41.906" v="124" actId="47"/>
        <pc:sldMkLst>
          <pc:docMk/>
          <pc:sldMk cId="3719486616" sldId="267"/>
        </pc:sldMkLst>
      </pc:sldChg>
      <pc:sldChg chg="add del">
        <pc:chgData name="Greg Tovar" userId="ae6bb955-30ab-46c2-a0cb-81ead22fc175" providerId="ADAL" clId="{4308DC60-7A42-4BCE-B6E0-3ECF38073087}" dt="2026-03-11T13:21:39.339" v="119" actId="47"/>
        <pc:sldMkLst>
          <pc:docMk/>
          <pc:sldMk cId="1070426653" sldId="268"/>
        </pc:sldMkLst>
      </pc:sldChg>
      <pc:sldChg chg="add del">
        <pc:chgData name="Greg Tovar" userId="ae6bb955-30ab-46c2-a0cb-81ead22fc175" providerId="ADAL" clId="{4308DC60-7A42-4BCE-B6E0-3ECF38073087}" dt="2026-03-11T12:45:43.501" v="2" actId="47"/>
        <pc:sldMkLst>
          <pc:docMk/>
          <pc:sldMk cId="3732842816" sldId="268"/>
        </pc:sldMkLst>
      </pc:sldChg>
      <pc:sldChg chg="addSp modSp add mod">
        <pc:chgData name="Greg Tovar" userId="ae6bb955-30ab-46c2-a0cb-81ead22fc175" providerId="ADAL" clId="{4308DC60-7A42-4BCE-B6E0-3ECF38073087}" dt="2026-03-11T12:53:22.748" v="73" actId="1076"/>
        <pc:sldMkLst>
          <pc:docMk/>
          <pc:sldMk cId="950733063" sldId="269"/>
        </pc:sldMkLst>
        <pc:spChg chg="add mod">
          <ac:chgData name="Greg Tovar" userId="ae6bb955-30ab-46c2-a0cb-81ead22fc175" providerId="ADAL" clId="{4308DC60-7A42-4BCE-B6E0-3ECF38073087}" dt="2026-03-11T12:53:19.464" v="72" actId="1076"/>
          <ac:spMkLst>
            <pc:docMk/>
            <pc:sldMk cId="950733063" sldId="269"/>
            <ac:spMk id="2" creationId="{CFB57376-CEA4-ECAB-F186-13458521BAC2}"/>
          </ac:spMkLst>
        </pc:spChg>
        <pc:spChg chg="mod">
          <ac:chgData name="Greg Tovar" userId="ae6bb955-30ab-46c2-a0cb-81ead22fc175" providerId="ADAL" clId="{4308DC60-7A42-4BCE-B6E0-3ECF38073087}" dt="2026-03-11T12:53:15.232" v="70" actId="1076"/>
          <ac:spMkLst>
            <pc:docMk/>
            <pc:sldMk cId="950733063" sldId="269"/>
            <ac:spMk id="3" creationId="{B8545212-8063-0940-389C-B0317FBA3909}"/>
          </ac:spMkLst>
        </pc:spChg>
        <pc:spChg chg="mod">
          <ac:chgData name="Greg Tovar" userId="ae6bb955-30ab-46c2-a0cb-81ead22fc175" providerId="ADAL" clId="{4308DC60-7A42-4BCE-B6E0-3ECF38073087}" dt="2026-03-11T12:49:01.776" v="64" actId="1076"/>
          <ac:spMkLst>
            <pc:docMk/>
            <pc:sldMk cId="950733063" sldId="269"/>
            <ac:spMk id="4" creationId="{C1D97997-E6FB-04AB-C48D-ABD12DBE8C07}"/>
          </ac:spMkLst>
        </pc:spChg>
        <pc:picChg chg="add mod">
          <ac:chgData name="Greg Tovar" userId="ae6bb955-30ab-46c2-a0cb-81ead22fc175" providerId="ADAL" clId="{4308DC60-7A42-4BCE-B6E0-3ECF38073087}" dt="2026-03-11T12:53:22.748" v="73" actId="1076"/>
          <ac:picMkLst>
            <pc:docMk/>
            <pc:sldMk cId="950733063" sldId="269"/>
            <ac:picMk id="6" creationId="{3F28D937-1367-1B54-1B0A-998DF72BBAC8}"/>
          </ac:picMkLst>
        </pc:picChg>
      </pc:sldChg>
      <pc:sldChg chg="add del">
        <pc:chgData name="Greg Tovar" userId="ae6bb955-30ab-46c2-a0cb-81ead22fc175" providerId="ADAL" clId="{4308DC60-7A42-4BCE-B6E0-3ECF38073087}" dt="2026-03-11T12:45:44.043" v="3" actId="47"/>
        <pc:sldMkLst>
          <pc:docMk/>
          <pc:sldMk cId="2608698657" sldId="269"/>
        </pc:sldMkLst>
      </pc:sldChg>
      <pc:sldChg chg="addSp delSp modSp add mod">
        <pc:chgData name="Greg Tovar" userId="ae6bb955-30ab-46c2-a0cb-81ead22fc175" providerId="ADAL" clId="{4308DC60-7A42-4BCE-B6E0-3ECF38073087}" dt="2026-03-11T13:09:09.115" v="86" actId="1076"/>
        <pc:sldMkLst>
          <pc:docMk/>
          <pc:sldMk cId="2928242403" sldId="270"/>
        </pc:sldMkLst>
        <pc:spChg chg="mod">
          <ac:chgData name="Greg Tovar" userId="ae6bb955-30ab-46c2-a0cb-81ead22fc175" providerId="ADAL" clId="{4308DC60-7A42-4BCE-B6E0-3ECF38073087}" dt="2026-03-11T12:53:50.388" v="79" actId="1076"/>
          <ac:spMkLst>
            <pc:docMk/>
            <pc:sldMk cId="2928242403" sldId="270"/>
            <ac:spMk id="2" creationId="{F30C5922-73E0-AC08-BD7E-94DEC95988B8}"/>
          </ac:spMkLst>
        </pc:spChg>
        <pc:picChg chg="del">
          <ac:chgData name="Greg Tovar" userId="ae6bb955-30ab-46c2-a0cb-81ead22fc175" providerId="ADAL" clId="{4308DC60-7A42-4BCE-B6E0-3ECF38073087}" dt="2026-03-11T12:53:46.186" v="78" actId="478"/>
          <ac:picMkLst>
            <pc:docMk/>
            <pc:sldMk cId="2928242403" sldId="270"/>
            <ac:picMk id="6" creationId="{1E2D2F28-63F5-4DE7-6AF9-5561A6268516}"/>
          </ac:picMkLst>
        </pc:picChg>
        <pc:picChg chg="add del mod">
          <ac:chgData name="Greg Tovar" userId="ae6bb955-30ab-46c2-a0cb-81ead22fc175" providerId="ADAL" clId="{4308DC60-7A42-4BCE-B6E0-3ECF38073087}" dt="2026-03-11T13:09:04.537" v="83" actId="478"/>
          <ac:picMkLst>
            <pc:docMk/>
            <pc:sldMk cId="2928242403" sldId="270"/>
            <ac:picMk id="7" creationId="{6C2AD625-F7C2-4A98-2A7C-95B0407114EA}"/>
          </ac:picMkLst>
        </pc:picChg>
        <pc:picChg chg="add mod">
          <ac:chgData name="Greg Tovar" userId="ae6bb955-30ab-46c2-a0cb-81ead22fc175" providerId="ADAL" clId="{4308DC60-7A42-4BCE-B6E0-3ECF38073087}" dt="2026-03-11T13:09:09.115" v="86" actId="1076"/>
          <ac:picMkLst>
            <pc:docMk/>
            <pc:sldMk cId="2928242403" sldId="270"/>
            <ac:picMk id="9" creationId="{2361506E-48DA-2082-A607-ADC84936CF39}"/>
          </ac:picMkLst>
        </pc:picChg>
      </pc:sldChg>
      <pc:sldChg chg="addSp delSp modSp add mod">
        <pc:chgData name="Greg Tovar" userId="ae6bb955-30ab-46c2-a0cb-81ead22fc175" providerId="ADAL" clId="{4308DC60-7A42-4BCE-B6E0-3ECF38073087}" dt="2026-03-11T13:18:39.951" v="104" actId="207"/>
        <pc:sldMkLst>
          <pc:docMk/>
          <pc:sldMk cId="3721180655" sldId="271"/>
        </pc:sldMkLst>
        <pc:spChg chg="mod">
          <ac:chgData name="Greg Tovar" userId="ae6bb955-30ab-46c2-a0cb-81ead22fc175" providerId="ADAL" clId="{4308DC60-7A42-4BCE-B6E0-3ECF38073087}" dt="2026-03-11T13:18:39.951" v="104" actId="207"/>
          <ac:spMkLst>
            <pc:docMk/>
            <pc:sldMk cId="3721180655" sldId="271"/>
            <ac:spMk id="2" creationId="{002B4403-61F3-826A-0FB9-287A9ED5B701}"/>
          </ac:spMkLst>
        </pc:spChg>
        <pc:spChg chg="add mod">
          <ac:chgData name="Greg Tovar" userId="ae6bb955-30ab-46c2-a0cb-81ead22fc175" providerId="ADAL" clId="{4308DC60-7A42-4BCE-B6E0-3ECF38073087}" dt="2026-03-11T13:17:52.612" v="100"/>
          <ac:spMkLst>
            <pc:docMk/>
            <pc:sldMk cId="3721180655" sldId="271"/>
            <ac:spMk id="12" creationId="{F6AA9FE8-8268-BC96-A756-DD55BA19533A}"/>
          </ac:spMkLst>
        </pc:spChg>
        <pc:picChg chg="add mod">
          <ac:chgData name="Greg Tovar" userId="ae6bb955-30ab-46c2-a0cb-81ead22fc175" providerId="ADAL" clId="{4308DC60-7A42-4BCE-B6E0-3ECF38073087}" dt="2026-03-11T13:16:22.858" v="92" actId="1076"/>
          <ac:picMkLst>
            <pc:docMk/>
            <pc:sldMk cId="3721180655" sldId="271"/>
            <ac:picMk id="6" creationId="{8D236B34-2891-CFFC-843D-5B7688FD88B3}"/>
          </ac:picMkLst>
        </pc:picChg>
        <pc:picChg chg="add mod">
          <ac:chgData name="Greg Tovar" userId="ae6bb955-30ab-46c2-a0cb-81ead22fc175" providerId="ADAL" clId="{4308DC60-7A42-4BCE-B6E0-3ECF38073087}" dt="2026-03-11T13:17:47.855" v="99" actId="1076"/>
          <ac:picMkLst>
            <pc:docMk/>
            <pc:sldMk cId="3721180655" sldId="271"/>
            <ac:picMk id="8" creationId="{4205724D-A76F-4F18-E015-563560FABBCD}"/>
          </ac:picMkLst>
        </pc:picChg>
        <pc:picChg chg="del">
          <ac:chgData name="Greg Tovar" userId="ae6bb955-30ab-46c2-a0cb-81ead22fc175" providerId="ADAL" clId="{4308DC60-7A42-4BCE-B6E0-3ECF38073087}" dt="2026-03-11T13:09:29.543" v="89" actId="478"/>
          <ac:picMkLst>
            <pc:docMk/>
            <pc:sldMk cId="3721180655" sldId="271"/>
            <ac:picMk id="9" creationId="{CAE16378-DD96-AF62-76E0-16AB2594BA3D}"/>
          </ac:picMkLst>
        </pc:picChg>
        <pc:picChg chg="add mod">
          <ac:chgData name="Greg Tovar" userId="ae6bb955-30ab-46c2-a0cb-81ead22fc175" providerId="ADAL" clId="{4308DC60-7A42-4BCE-B6E0-3ECF38073087}" dt="2026-03-11T13:17:45.307" v="98" actId="1076"/>
          <ac:picMkLst>
            <pc:docMk/>
            <pc:sldMk cId="3721180655" sldId="271"/>
            <ac:picMk id="11" creationId="{4DBA20E1-6DC3-2D50-4C24-238B2307DBB3}"/>
          </ac:picMkLst>
        </pc:picChg>
      </pc:sldChg>
      <pc:sldChg chg="addSp delSp modSp add mod">
        <pc:chgData name="Greg Tovar" userId="ae6bb955-30ab-46c2-a0cb-81ead22fc175" providerId="ADAL" clId="{4308DC60-7A42-4BCE-B6E0-3ECF38073087}" dt="2026-03-11T13:21:36.134" v="118" actId="478"/>
        <pc:sldMkLst>
          <pc:docMk/>
          <pc:sldMk cId="484287915" sldId="272"/>
        </pc:sldMkLst>
        <pc:spChg chg="del mod">
          <ac:chgData name="Greg Tovar" userId="ae6bb955-30ab-46c2-a0cb-81ead22fc175" providerId="ADAL" clId="{4308DC60-7A42-4BCE-B6E0-3ECF38073087}" dt="2026-03-11T13:21:36.134" v="118" actId="478"/>
          <ac:spMkLst>
            <pc:docMk/>
            <pc:sldMk cId="484287915" sldId="272"/>
            <ac:spMk id="2" creationId="{AB88CC4A-C65A-3346-C53C-B9C85AA9D4F1}"/>
          </ac:spMkLst>
        </pc:spChg>
        <pc:spChg chg="mod">
          <ac:chgData name="Greg Tovar" userId="ae6bb955-30ab-46c2-a0cb-81ead22fc175" providerId="ADAL" clId="{4308DC60-7A42-4BCE-B6E0-3ECF38073087}" dt="2026-03-11T13:19:17.409" v="108" actId="1076"/>
          <ac:spMkLst>
            <pc:docMk/>
            <pc:sldMk cId="484287915" sldId="272"/>
            <ac:spMk id="3" creationId="{040ED537-1748-8BFD-461C-643724F313EA}"/>
          </ac:spMkLst>
        </pc:spChg>
        <pc:spChg chg="mod">
          <ac:chgData name="Greg Tovar" userId="ae6bb955-30ab-46c2-a0cb-81ead22fc175" providerId="ADAL" clId="{4308DC60-7A42-4BCE-B6E0-3ECF38073087}" dt="2026-03-11T13:21:34.746" v="117" actId="1076"/>
          <ac:spMkLst>
            <pc:docMk/>
            <pc:sldMk cId="484287915" sldId="272"/>
            <ac:spMk id="12" creationId="{115B023F-4DF4-5A82-7342-B1A5154F6AFD}"/>
          </ac:spMkLst>
        </pc:spChg>
        <pc:picChg chg="del">
          <ac:chgData name="Greg Tovar" userId="ae6bb955-30ab-46c2-a0cb-81ead22fc175" providerId="ADAL" clId="{4308DC60-7A42-4BCE-B6E0-3ECF38073087}" dt="2026-03-11T13:19:19.187" v="109" actId="478"/>
          <ac:picMkLst>
            <pc:docMk/>
            <pc:sldMk cId="484287915" sldId="272"/>
            <ac:picMk id="6" creationId="{53A7FBC8-8C4D-E02B-B86C-87039E978899}"/>
          </ac:picMkLst>
        </pc:picChg>
        <pc:picChg chg="add mod">
          <ac:chgData name="Greg Tovar" userId="ae6bb955-30ab-46c2-a0cb-81ead22fc175" providerId="ADAL" clId="{4308DC60-7A42-4BCE-B6E0-3ECF38073087}" dt="2026-03-11T13:21:30.772" v="115" actId="1076"/>
          <ac:picMkLst>
            <pc:docMk/>
            <pc:sldMk cId="484287915" sldId="272"/>
            <ac:picMk id="7" creationId="{631DEEE4-5ECE-A591-E0B5-E8FBB17AD8B6}"/>
          </ac:picMkLst>
        </pc:picChg>
        <pc:picChg chg="del">
          <ac:chgData name="Greg Tovar" userId="ae6bb955-30ab-46c2-a0cb-81ead22fc175" providerId="ADAL" clId="{4308DC60-7A42-4BCE-B6E0-3ECF38073087}" dt="2026-03-11T13:19:20.625" v="111" actId="478"/>
          <ac:picMkLst>
            <pc:docMk/>
            <pc:sldMk cId="484287915" sldId="272"/>
            <ac:picMk id="8" creationId="{F22DC373-250B-293E-A0BD-A4FDB1368DEF}"/>
          </ac:picMkLst>
        </pc:picChg>
        <pc:picChg chg="del">
          <ac:chgData name="Greg Tovar" userId="ae6bb955-30ab-46c2-a0cb-81ead22fc175" providerId="ADAL" clId="{4308DC60-7A42-4BCE-B6E0-3ECF38073087}" dt="2026-03-11T13:19:19.824" v="110" actId="478"/>
          <ac:picMkLst>
            <pc:docMk/>
            <pc:sldMk cId="484287915" sldId="272"/>
            <ac:picMk id="11" creationId="{4D24E7AE-5CC2-8BDC-2C2C-4E884690E35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AA0E-322E-F0AB-0BEA-55AAD4275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DC0E0-28BC-64E5-948A-8701DF463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4A82-4368-2BE9-5F7D-87DD3658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42307-7C75-71C0-134E-6C1C96BD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05AAB-ED98-40A0-3F1C-BF51280F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1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D3FC-80BA-308A-DB03-119D030E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50DF-119D-056A-8F70-8806A1332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FEBE2-A643-C112-D886-138416B8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9CE74-DC23-D20C-85DD-2D2F5F13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50AF-8C13-BD58-F744-E691902A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1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109F-7078-C34E-51B5-AB9C5D3E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9BEA6-31B8-E183-A26B-22F3C5D1C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A5C4-1409-D826-2732-7A1C07DC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5F11-B0EC-546E-BA72-D5017968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3B22D-416A-78B9-25BC-C180EEB9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1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2BBC-FA59-01D9-0B19-0DF6D0A6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CE51C-49CE-A9E9-606C-E82842E26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53601-C6A0-CFB0-7C86-9B1ED1555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EDA7-2DB9-8225-3974-3D4F9B19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CD067-F402-044C-84B1-327E650A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3DCA5-645C-328E-DB0E-99919437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6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1CB5-2EA8-694C-54AF-D7EEA0E2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87FDA-DD98-7E36-6AC9-1B1416F11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A2D92-D000-34AD-98E2-63046AA59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CBA45-C8BD-880D-34EA-120A63838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B6AA4-7022-E293-944E-0D0B3E758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48992-38B9-E035-5DA9-8B4B38D2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2FF6D-2D97-C439-87E2-68700309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45E84-189D-453F-C683-93F93610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45AD-D48F-9CB4-CF88-AA92A3AF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7E32E-2C7A-E749-429A-1A2AAE66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118FF-53EB-9459-4F16-D40AF33A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86842-1280-1409-AF7F-EED86EC9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8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548B3-2868-30C8-F225-D249C651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82085-5570-2578-1FFF-ED823170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0053F-A367-6BEC-916E-E1E3D615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9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00B8-11D0-8471-9248-59F41204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E332-1B0E-BE3D-5BF5-82EC7ACF5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5067C-1536-4C3E-854C-688B7EB17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9C521-F38F-3F01-8DD4-66E504DD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08C43-0BE8-B50E-6CB2-C75AFE53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7F8FE-46C0-58FA-C83C-24EBE921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4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E654-5EE6-D7CC-238A-B180DB35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1B461-BEFB-B2D0-C484-51C3FFDBE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E37F2-C631-5DDC-C34C-AA4435763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4D695-613C-2C49-6974-F23C07D4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D02D2-335B-3C8E-0E02-53A33B33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233E1-24CF-7351-4672-1184CB96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8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3E1C-E7DA-B596-5505-E0749550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A5D3A-D05F-787B-54C8-848F7033F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30CE-4654-9098-BE7C-CE1C5565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873CB-CCAE-E38E-60E8-C13703DA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3B308-6BEC-5334-2F7E-01BF7B12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D0D39-2086-A948-998E-B41C6C606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F3407-A3A1-C81D-71A4-7EDB50777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3D12B-BCF8-7E94-591F-A05E73ED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EA69-0DAD-5998-50EF-C762D8AD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4D3F2-4C1E-777C-94E9-EAEFC6A9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C111A-9872-C47F-E3B1-85EA651A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32723-4252-02A7-D348-9D1A6F48A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411B9-EDCF-AE2C-F284-DED9EF5A3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F9E2-8415-4E79-80E1-09730350F14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3729B-389D-4ABE-6909-11C2EA443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7C7DB-03A4-C173-082D-649391ACD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959CF-A225-4D51-9862-5BA4FF593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8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42AE4E-2252-7121-8D21-D02ED5F1D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35" y="960789"/>
            <a:ext cx="6384175" cy="3490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13029-2249-5B2A-7D88-2D825BA6B56A}"/>
              </a:ext>
            </a:extLst>
          </p:cNvPr>
          <p:cNvSpPr txBox="1"/>
          <p:nvPr/>
        </p:nvSpPr>
        <p:spPr>
          <a:xfrm>
            <a:off x="292952" y="160570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15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9B47B-3931-D9D0-FDEE-86D19049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545212-8063-0940-389C-B0317FBA3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61" y="327061"/>
            <a:ext cx="6384175" cy="2105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97997-E6FB-04AB-C48D-ABD12DBE8C07}"/>
              </a:ext>
            </a:extLst>
          </p:cNvPr>
          <p:cNvSpPr txBox="1"/>
          <p:nvPr/>
        </p:nvSpPr>
        <p:spPr>
          <a:xfrm>
            <a:off x="87904" y="44192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CFB57376-CEA4-ECAB-F186-13458521BAC2}"/>
              </a:ext>
            </a:extLst>
          </p:cNvPr>
          <p:cNvSpPr/>
          <p:nvPr/>
        </p:nvSpPr>
        <p:spPr>
          <a:xfrm>
            <a:off x="3797360" y="442471"/>
            <a:ext cx="1212444" cy="4019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8D937-1367-1B54-1B0A-998DF72B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85" y="2382840"/>
            <a:ext cx="8074429" cy="421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3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5EB36-574A-20B0-9C65-F63D7D4E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63DDE0-0C86-5535-BE17-BF1D2ABE2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61" y="327061"/>
            <a:ext cx="6384175" cy="2105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8089E-F564-F95B-0578-7A777985BA43}"/>
              </a:ext>
            </a:extLst>
          </p:cNvPr>
          <p:cNvSpPr txBox="1"/>
          <p:nvPr/>
        </p:nvSpPr>
        <p:spPr>
          <a:xfrm>
            <a:off x="87904" y="44192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F30C5922-73E0-AC08-BD7E-94DEC95988B8}"/>
              </a:ext>
            </a:extLst>
          </p:cNvPr>
          <p:cNvSpPr/>
          <p:nvPr/>
        </p:nvSpPr>
        <p:spPr>
          <a:xfrm>
            <a:off x="5338749" y="844411"/>
            <a:ext cx="1212444" cy="4019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61506E-48DA-2082-A607-ADC84936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890" y="2582340"/>
            <a:ext cx="8724181" cy="368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4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A9F4-FC2A-D10D-73CB-45FA3D48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284460-9353-8D4A-D37E-70D741A1D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61" y="327061"/>
            <a:ext cx="6384175" cy="2105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B8F5E-115B-6C3C-3501-1A5AA2A54BFD}"/>
              </a:ext>
            </a:extLst>
          </p:cNvPr>
          <p:cNvSpPr txBox="1"/>
          <p:nvPr/>
        </p:nvSpPr>
        <p:spPr>
          <a:xfrm>
            <a:off x="87904" y="44192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002B4403-61F3-826A-0FB9-287A9ED5B701}"/>
              </a:ext>
            </a:extLst>
          </p:cNvPr>
          <p:cNvSpPr/>
          <p:nvPr/>
        </p:nvSpPr>
        <p:spPr>
          <a:xfrm rot="10642199">
            <a:off x="5617231" y="5159737"/>
            <a:ext cx="1212444" cy="401940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236B34-2891-CFFC-843D-5B7688FD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22" y="2432762"/>
            <a:ext cx="8223849" cy="1228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05724D-A76F-4F18-E015-563560FAB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258" y="3887332"/>
            <a:ext cx="4430896" cy="259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BA20E1-6DC3-2D50-4C24-238B2307D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97" y="4269191"/>
            <a:ext cx="5196517" cy="1642059"/>
          </a:xfrm>
          <a:prstGeom prst="rect">
            <a:avLst/>
          </a:prstGeom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F6AA9FE8-8268-BC96-A756-DD55BA19533A}"/>
              </a:ext>
            </a:extLst>
          </p:cNvPr>
          <p:cNvSpPr/>
          <p:nvPr/>
        </p:nvSpPr>
        <p:spPr>
          <a:xfrm>
            <a:off x="6248400" y="1389046"/>
            <a:ext cx="1212444" cy="4019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8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23D4-617B-3E24-08CE-1AFDD873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0ED537-1748-8BFD-461C-643724F31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97" y="444301"/>
            <a:ext cx="6384175" cy="2105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176" tIns="1269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escritorio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carpeta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llamado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Escribe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dentro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 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"Este es mi primer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proyecto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utilizando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adecuado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Muestre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pantalla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contenido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ideas.txt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comando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archivos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terminal 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BAF1F-80B5-E431-3360-166F323D3360}"/>
              </a:ext>
            </a:extLst>
          </p:cNvPr>
          <p:cNvSpPr txBox="1"/>
          <p:nvPr/>
        </p:nvSpPr>
        <p:spPr>
          <a:xfrm>
            <a:off x="87904" y="44192"/>
            <a:ext cx="1140028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EJERCICIO: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115B023F-4DF4-5A82-7342-B1A5154F6AFD}"/>
              </a:ext>
            </a:extLst>
          </p:cNvPr>
          <p:cNvSpPr/>
          <p:nvPr/>
        </p:nvSpPr>
        <p:spPr>
          <a:xfrm>
            <a:off x="5465028" y="1838811"/>
            <a:ext cx="1212444" cy="40194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1DEEE4-5ECE-A591-E0B5-E8FBB17AD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59" y="3637091"/>
            <a:ext cx="10627743" cy="154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87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375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3</cp:revision>
  <dcterms:created xsi:type="dcterms:W3CDTF">2026-03-08T19:23:01Z</dcterms:created>
  <dcterms:modified xsi:type="dcterms:W3CDTF">2026-03-11T13:21:55Z</dcterms:modified>
</cp:coreProperties>
</file>