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5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Tovar" userId="ae6bb955-30ab-46c2-a0cb-81ead22fc175" providerId="ADAL" clId="{4308DC60-7A42-4BCE-B6E0-3ECF38073087}"/>
    <pc:docChg chg="modSld">
      <pc:chgData name="Greg Tovar" userId="ae6bb955-30ab-46c2-a0cb-81ead22fc175" providerId="ADAL" clId="{4308DC60-7A42-4BCE-B6E0-3ECF38073087}" dt="2026-03-11T13:24:08.102" v="3" actId="1076"/>
      <pc:docMkLst>
        <pc:docMk/>
      </pc:docMkLst>
      <pc:sldChg chg="addSp modSp mod">
        <pc:chgData name="Greg Tovar" userId="ae6bb955-30ab-46c2-a0cb-81ead22fc175" providerId="ADAL" clId="{4308DC60-7A42-4BCE-B6E0-3ECF38073087}" dt="2026-03-11T13:24:08.102" v="3" actId="1076"/>
        <pc:sldMkLst>
          <pc:docMk/>
          <pc:sldMk cId="950733063" sldId="269"/>
        </pc:sldMkLst>
        <pc:picChg chg="mod">
          <ac:chgData name="Greg Tovar" userId="ae6bb955-30ab-46c2-a0cb-81ead22fc175" providerId="ADAL" clId="{4308DC60-7A42-4BCE-B6E0-3ECF38073087}" dt="2026-03-11T13:24:02.820" v="0" actId="1076"/>
          <ac:picMkLst>
            <pc:docMk/>
            <pc:sldMk cId="950733063" sldId="269"/>
            <ac:picMk id="6" creationId="{3F28D937-1367-1B54-1B0A-998DF72BBAC8}"/>
          </ac:picMkLst>
        </pc:picChg>
        <pc:picChg chg="add mod">
          <ac:chgData name="Greg Tovar" userId="ae6bb955-30ab-46c2-a0cb-81ead22fc175" providerId="ADAL" clId="{4308DC60-7A42-4BCE-B6E0-3ECF38073087}" dt="2026-03-11T13:24:08.102" v="3" actId="1076"/>
          <ac:picMkLst>
            <pc:docMk/>
            <pc:sldMk cId="950733063" sldId="269"/>
            <ac:picMk id="8" creationId="{21AFC431-4190-1E6D-B942-D2D3DEF3344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AA0E-322E-F0AB-0BEA-55AAD4275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DC0E0-28BC-64E5-948A-8701DF463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4A82-4368-2BE9-5F7D-87DD3658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42307-7C75-71C0-134E-6C1C96BD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05AAB-ED98-40A0-3F1C-BF51280F5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1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D3FC-80BA-308A-DB03-119D030E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F50DF-119D-056A-8F70-8806A1332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FEBE2-A643-C112-D886-138416B8A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9CE74-DC23-D20C-85DD-2D2F5F13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50AF-8C13-BD58-F744-E691902A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1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109F-7078-C34E-51B5-AB9C5D3E2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9BEA6-31B8-E183-A26B-22F3C5D1C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AA5C4-1409-D826-2732-7A1C07DC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B5F11-B0EC-546E-BA72-D50179680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3B22D-416A-78B9-25BC-C180EEB9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1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E2BBC-FA59-01D9-0B19-0DF6D0A6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CE51C-49CE-A9E9-606C-E82842E26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53601-C6A0-CFB0-7C86-9B1ED1555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EDA7-2DB9-8225-3974-3D4F9B19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CD067-F402-044C-84B1-327E650A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3DCA5-645C-328E-DB0E-99919437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6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1CB5-2EA8-694C-54AF-D7EEA0E2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87FDA-DD98-7E36-6AC9-1B1416F11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A2D92-D000-34AD-98E2-63046AA59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CBA45-C8BD-880D-34EA-120A63838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B6AA4-7022-E293-944E-0D0B3E758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48992-38B9-E035-5DA9-8B4B38D2D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A2FF6D-2D97-C439-87E2-68700309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45E84-189D-453F-C683-93F93610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45AD-D48F-9CB4-CF88-AA92A3AF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7E32E-2C7A-E749-429A-1A2AAE66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118FF-53EB-9459-4F16-D40AF33A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86842-1280-1409-AF7F-EED86EC9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81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548B3-2868-30C8-F225-D249C651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382085-5570-2578-1FFF-ED823170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0053F-A367-6BEC-916E-E1E3D615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91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00B8-11D0-8471-9248-59F412047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BE332-1B0E-BE3D-5BF5-82EC7ACF5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5067C-1536-4C3E-854C-688B7EB17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9C521-F38F-3F01-8DD4-66E504DD5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08C43-0BE8-B50E-6CB2-C75AFE53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7F8FE-46C0-58FA-C83C-24EBE921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4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E654-5EE6-D7CC-238A-B180DB35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1B461-BEFB-B2D0-C484-51C3FFDBE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E37F2-C631-5DDC-C34C-AA4435763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4D695-613C-2C49-6974-F23C07D41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D02D2-335B-3C8E-0E02-53A33B33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233E1-24CF-7351-4672-1184CB96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88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3E1C-E7DA-B596-5505-E0749550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A5D3A-D05F-787B-54C8-848F7033F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430CE-4654-9098-BE7C-CE1C55651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873CB-CCAE-E38E-60E8-C13703DA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3B308-6BEC-5334-2F7E-01BF7B12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D0D39-2086-A948-998E-B41C6C606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F3407-A3A1-C81D-71A4-7EDB50777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3D12B-BCF8-7E94-591F-A05E73ED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EEA69-0DAD-5998-50EF-C762D8AD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4D3F2-4C1E-777C-94E9-EAEFC6A91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5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C111A-9872-C47F-E3B1-85EA651A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32723-4252-02A7-D348-9D1A6F48A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411B9-EDCF-AE2C-F284-DED9EF5A3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3729B-389D-4ABE-6909-11C2EA443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7C7DB-03A4-C173-082D-649391ACD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8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42AE4E-2252-7121-8D21-D02ED5F1D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35" y="960789"/>
            <a:ext cx="6384175" cy="3490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176" tIns="1269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escritorio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la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Escribe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 la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"Este es mi primer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utilizando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adecuado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Muestre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pantalla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contenido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permita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terminal (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ejemplo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813029-2249-5B2A-7D88-2D825BA6B56A}"/>
              </a:ext>
            </a:extLst>
          </p:cNvPr>
          <p:cNvSpPr txBox="1"/>
          <p:nvPr/>
        </p:nvSpPr>
        <p:spPr>
          <a:xfrm>
            <a:off x="292952" y="160570"/>
            <a:ext cx="1140028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EJERCICIO: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15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9B47B-3931-D9D0-FDEE-86D19049D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545212-8063-0940-389C-B0317FBA3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61" y="327061"/>
            <a:ext cx="6384175" cy="2105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176" tIns="1269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escritorio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Escribe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 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"Este es mi primer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adecuado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Muestre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pantalla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contenido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permita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terminal (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ejemplo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97997-E6FB-04AB-C48D-ABD12DBE8C07}"/>
              </a:ext>
            </a:extLst>
          </p:cNvPr>
          <p:cNvSpPr txBox="1"/>
          <p:nvPr/>
        </p:nvSpPr>
        <p:spPr>
          <a:xfrm>
            <a:off x="87904" y="44192"/>
            <a:ext cx="1140028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EJERCICIO: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CFB57376-CEA4-ECAB-F186-13458521BAC2}"/>
              </a:ext>
            </a:extLst>
          </p:cNvPr>
          <p:cNvSpPr/>
          <p:nvPr/>
        </p:nvSpPr>
        <p:spPr>
          <a:xfrm>
            <a:off x="3797360" y="442471"/>
            <a:ext cx="1212444" cy="40194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28D937-1367-1B54-1B0A-998DF72BB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4" y="2360672"/>
            <a:ext cx="8074429" cy="42103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AFC431-4190-1E6D-B942-D2D3DEF33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424" y="3279096"/>
            <a:ext cx="3150240" cy="237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3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5EB36-574A-20B0-9C65-F63D7D4EC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63DDE0-0C86-5535-BE17-BF1D2ABE2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61" y="327061"/>
            <a:ext cx="6384175" cy="2105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176" tIns="1269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escritorio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Escribe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 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"Este es mi primer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adecuado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Muestre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pantalla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contenido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permita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terminal (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ejemplo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E8089E-F564-F95B-0578-7A777985BA43}"/>
              </a:ext>
            </a:extLst>
          </p:cNvPr>
          <p:cNvSpPr txBox="1"/>
          <p:nvPr/>
        </p:nvSpPr>
        <p:spPr>
          <a:xfrm>
            <a:off x="87904" y="44192"/>
            <a:ext cx="1140028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EJERCICIO: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F30C5922-73E0-AC08-BD7E-94DEC95988B8}"/>
              </a:ext>
            </a:extLst>
          </p:cNvPr>
          <p:cNvSpPr/>
          <p:nvPr/>
        </p:nvSpPr>
        <p:spPr>
          <a:xfrm>
            <a:off x="5338749" y="844411"/>
            <a:ext cx="1212444" cy="40194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61506E-48DA-2082-A607-ADC84936C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890" y="2582340"/>
            <a:ext cx="8724181" cy="368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4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0A9F4-FC2A-D10D-73CB-45FA3D484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284460-9353-8D4A-D37E-70D741A1D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61" y="327061"/>
            <a:ext cx="6384175" cy="2105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176" tIns="1269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escritorio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Escribe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 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"Este es mi primer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adecuado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Muestre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pantalla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contenido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permita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terminal (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ejemplo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B8F5E-115B-6C3C-3501-1A5AA2A54BFD}"/>
              </a:ext>
            </a:extLst>
          </p:cNvPr>
          <p:cNvSpPr txBox="1"/>
          <p:nvPr/>
        </p:nvSpPr>
        <p:spPr>
          <a:xfrm>
            <a:off x="87904" y="44192"/>
            <a:ext cx="1140028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EJERCICIO: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002B4403-61F3-826A-0FB9-287A9ED5B701}"/>
              </a:ext>
            </a:extLst>
          </p:cNvPr>
          <p:cNvSpPr/>
          <p:nvPr/>
        </p:nvSpPr>
        <p:spPr>
          <a:xfrm rot="10642199">
            <a:off x="5617231" y="5159737"/>
            <a:ext cx="1212444" cy="401940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236B34-2891-CFFC-843D-5B7688FD8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22" y="2432762"/>
            <a:ext cx="8223849" cy="12287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05724D-A76F-4F18-E015-563560FAB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258" y="3887332"/>
            <a:ext cx="4430896" cy="259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BA20E1-6DC3-2D50-4C24-238B2307D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297" y="4269191"/>
            <a:ext cx="5196517" cy="1642059"/>
          </a:xfrm>
          <a:prstGeom prst="rect">
            <a:avLst/>
          </a:prstGeom>
        </p:spPr>
      </p:pic>
      <p:sp>
        <p:nvSpPr>
          <p:cNvPr id="12" name="Arrow: Left 11">
            <a:extLst>
              <a:ext uri="{FF2B5EF4-FFF2-40B4-BE49-F238E27FC236}">
                <a16:creationId xmlns:a16="http://schemas.microsoft.com/office/drawing/2014/main" id="{F6AA9FE8-8268-BC96-A756-DD55BA19533A}"/>
              </a:ext>
            </a:extLst>
          </p:cNvPr>
          <p:cNvSpPr/>
          <p:nvPr/>
        </p:nvSpPr>
        <p:spPr>
          <a:xfrm>
            <a:off x="6248400" y="1389046"/>
            <a:ext cx="1212444" cy="40194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8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23D4-617B-3E24-08CE-1AFDD873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0ED537-1748-8BFD-461C-643724F31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97" y="444301"/>
            <a:ext cx="6384175" cy="2105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176" tIns="1269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escritorio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Escribe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 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"Este es mi primer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adecuado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Muestre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pantalla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contenido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permita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terminal (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ejemplo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BAF1F-80B5-E431-3360-166F323D3360}"/>
              </a:ext>
            </a:extLst>
          </p:cNvPr>
          <p:cNvSpPr txBox="1"/>
          <p:nvPr/>
        </p:nvSpPr>
        <p:spPr>
          <a:xfrm>
            <a:off x="87904" y="44192"/>
            <a:ext cx="1140028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EJERCICIO: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115B023F-4DF4-5A82-7342-B1A5154F6AFD}"/>
              </a:ext>
            </a:extLst>
          </p:cNvPr>
          <p:cNvSpPr/>
          <p:nvPr/>
        </p:nvSpPr>
        <p:spPr>
          <a:xfrm>
            <a:off x="5465028" y="1838811"/>
            <a:ext cx="1212444" cy="40194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1DEEE4-5ECE-A591-E0B5-E8FBB17AD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659" y="3637091"/>
            <a:ext cx="10627743" cy="154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87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375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Tovar</dc:creator>
  <cp:lastModifiedBy>Greg Tovar</cp:lastModifiedBy>
  <cp:revision>4</cp:revision>
  <dcterms:created xsi:type="dcterms:W3CDTF">2026-03-08T19:23:01Z</dcterms:created>
  <dcterms:modified xsi:type="dcterms:W3CDTF">2026-03-11T13:24:11Z</dcterms:modified>
</cp:coreProperties>
</file>