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61" r:id="rId2"/>
    <p:sldId id="259" r:id="rId3"/>
    <p:sldId id="260" r:id="rId4"/>
    <p:sldId id="262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5"/>
    <p:restoredTop sz="94648"/>
  </p:normalViewPr>
  <p:slideViewPr>
    <p:cSldViewPr snapToGrid="0">
      <p:cViewPr>
        <p:scale>
          <a:sx n="92" d="100"/>
          <a:sy n="92" d="100"/>
        </p:scale>
        <p:origin x="4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41D60-0B7E-AF4F-99C4-4B13F9BD29D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478F4-4427-B046-A29C-A78511A8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1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478F4-4427-B046-A29C-A78511A839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20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478F4-4427-B046-A29C-A78511A839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40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4320-78DC-A64B-8C5D-59FF63D17E60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F6EC-6540-BD82-D624-99BF0849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cess 2">
            <a:extLst>
              <a:ext uri="{FF2B5EF4-FFF2-40B4-BE49-F238E27FC236}">
                <a16:creationId xmlns:a16="http://schemas.microsoft.com/office/drawing/2014/main" id="{3C78C3FB-5FD0-BEC0-C063-99FC2FD8F206}"/>
              </a:ext>
            </a:extLst>
          </p:cNvPr>
          <p:cNvSpPr/>
          <p:nvPr/>
        </p:nvSpPr>
        <p:spPr>
          <a:xfrm>
            <a:off x="1861670" y="3492826"/>
            <a:ext cx="774329" cy="52258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Counter = 1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05BE4A0C-FF6D-86BD-1F8E-DFE8B791BAD7}"/>
              </a:ext>
            </a:extLst>
          </p:cNvPr>
          <p:cNvSpPr/>
          <p:nvPr/>
        </p:nvSpPr>
        <p:spPr>
          <a:xfrm>
            <a:off x="3829129" y="3332523"/>
            <a:ext cx="1088872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</a:rPr>
              <a:t>Counter &lt;=5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7A877147-502E-BF80-2D27-37BE8BF96557}"/>
              </a:ext>
            </a:extLst>
          </p:cNvPr>
          <p:cNvSpPr/>
          <p:nvPr/>
        </p:nvSpPr>
        <p:spPr>
          <a:xfrm>
            <a:off x="5157656" y="3901252"/>
            <a:ext cx="1077130" cy="527537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Number</a:t>
            </a:r>
            <a:endParaRPr lang="en-US" sz="1000" dirty="0">
              <a:solidFill>
                <a:schemeClr val="dk1"/>
              </a:solidFill>
            </a:endParaRP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782CAF3-611A-FE91-B2A9-6F053BB1FED4}"/>
              </a:ext>
            </a:extLst>
          </p:cNvPr>
          <p:cNvSpPr/>
          <p:nvPr/>
        </p:nvSpPr>
        <p:spPr>
          <a:xfrm>
            <a:off x="255352" y="3287050"/>
            <a:ext cx="879351" cy="8994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611EEFEF-FAC3-2E56-ADE9-B70D70DC9E74}"/>
              </a:ext>
            </a:extLst>
          </p:cNvPr>
          <p:cNvSpPr/>
          <p:nvPr/>
        </p:nvSpPr>
        <p:spPr>
          <a:xfrm>
            <a:off x="1134703" y="4465112"/>
            <a:ext cx="1078543" cy="858291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Biggest_Number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C6D8BF-9219-D332-D5BF-32E8A89C6760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134703" y="3736755"/>
            <a:ext cx="6219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91B6F8-EF32-F5A2-6E9B-AC7370A5D72F}"/>
              </a:ext>
            </a:extLst>
          </p:cNvPr>
          <p:cNvCxnSpPr>
            <a:cxnSpLocks/>
          </p:cNvCxnSpPr>
          <p:nvPr/>
        </p:nvCxnSpPr>
        <p:spPr>
          <a:xfrm>
            <a:off x="2678719" y="3762813"/>
            <a:ext cx="1108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894104-4CB7-936B-CBFD-FF1CF3ED6B64}"/>
              </a:ext>
            </a:extLst>
          </p:cNvPr>
          <p:cNvSpPr txBox="1"/>
          <p:nvPr/>
        </p:nvSpPr>
        <p:spPr>
          <a:xfrm>
            <a:off x="2816556" y="3475144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Counter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A03048-0382-09F0-9987-1E1A94AE229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918001" y="3740704"/>
            <a:ext cx="778220" cy="1605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8DB806-FB6E-2859-BF28-3223CAFE8308}"/>
              </a:ext>
            </a:extLst>
          </p:cNvPr>
          <p:cNvSpPr txBox="1"/>
          <p:nvPr/>
        </p:nvSpPr>
        <p:spPr>
          <a:xfrm>
            <a:off x="5293547" y="3461257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29" name="Connector 28">
            <a:extLst>
              <a:ext uri="{FF2B5EF4-FFF2-40B4-BE49-F238E27FC236}">
                <a16:creationId xmlns:a16="http://schemas.microsoft.com/office/drawing/2014/main" id="{6A627381-EA47-8523-E0A4-B5A4E8F6D3FA}"/>
              </a:ext>
            </a:extLst>
          </p:cNvPr>
          <p:cNvSpPr/>
          <p:nvPr/>
        </p:nvSpPr>
        <p:spPr>
          <a:xfrm>
            <a:off x="1234298" y="8517833"/>
            <a:ext cx="879351" cy="8994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4CDB46-AAAA-AFE3-64D9-6449C1ABEE46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 flipH="1">
            <a:off x="1673974" y="5266660"/>
            <a:ext cx="1" cy="3251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F6D0F91-FE22-BB34-F719-432B3CB50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83" y="61520"/>
            <a:ext cx="6858000" cy="24162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DD729C7-B42E-1563-744E-9EBD3D59E1DF}"/>
              </a:ext>
            </a:extLst>
          </p:cNvPr>
          <p:cNvSpPr txBox="1"/>
          <p:nvPr/>
        </p:nvSpPr>
        <p:spPr>
          <a:xfrm>
            <a:off x="3247700" y="4448370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E681BEAD-6DAA-6DEE-BBF3-97D3D83CD991}"/>
              </a:ext>
            </a:extLst>
          </p:cNvPr>
          <p:cNvSpPr/>
          <p:nvPr/>
        </p:nvSpPr>
        <p:spPr>
          <a:xfrm>
            <a:off x="5334585" y="8456274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Counter = counter +1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784A110-C4D3-1410-8698-05952A5BCBFA}"/>
              </a:ext>
            </a:extLst>
          </p:cNvPr>
          <p:cNvCxnSpPr>
            <a:cxnSpLocks/>
          </p:cNvCxnSpPr>
          <p:nvPr/>
        </p:nvCxnSpPr>
        <p:spPr>
          <a:xfrm flipH="1">
            <a:off x="5676679" y="4420330"/>
            <a:ext cx="19504" cy="418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Decision 39">
            <a:extLst>
              <a:ext uri="{FF2B5EF4-FFF2-40B4-BE49-F238E27FC236}">
                <a16:creationId xmlns:a16="http://schemas.microsoft.com/office/drawing/2014/main" id="{A38089F2-FC00-37B2-F592-A947E900EB2C}"/>
              </a:ext>
            </a:extLst>
          </p:cNvPr>
          <p:cNvSpPr/>
          <p:nvPr/>
        </p:nvSpPr>
        <p:spPr>
          <a:xfrm>
            <a:off x="5151747" y="4865713"/>
            <a:ext cx="1088872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  <a:r>
              <a:rPr lang="en-US" sz="800" dirty="0">
                <a:solidFill>
                  <a:schemeClr val="dk1"/>
                </a:solidFill>
              </a:rPr>
              <a:t> Counter=1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5D6C05-F4B4-112A-B728-2314284D4238}"/>
              </a:ext>
            </a:extLst>
          </p:cNvPr>
          <p:cNvSpPr txBox="1"/>
          <p:nvPr/>
        </p:nvSpPr>
        <p:spPr>
          <a:xfrm>
            <a:off x="5767773" y="5749262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9E0EEB-2878-DB43-89D9-18746462AF7C}"/>
              </a:ext>
            </a:extLst>
          </p:cNvPr>
          <p:cNvCxnSpPr>
            <a:cxnSpLocks/>
          </p:cNvCxnSpPr>
          <p:nvPr/>
        </p:nvCxnSpPr>
        <p:spPr>
          <a:xfrm>
            <a:off x="5696183" y="5709546"/>
            <a:ext cx="0" cy="48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Process 43">
            <a:extLst>
              <a:ext uri="{FF2B5EF4-FFF2-40B4-BE49-F238E27FC236}">
                <a16:creationId xmlns:a16="http://schemas.microsoft.com/office/drawing/2014/main" id="{EEC6EC63-FB6A-BE83-87C5-B51B08F79166}"/>
              </a:ext>
            </a:extLst>
          </p:cNvPr>
          <p:cNvSpPr/>
          <p:nvPr/>
        </p:nvSpPr>
        <p:spPr>
          <a:xfrm>
            <a:off x="3970891" y="6316446"/>
            <a:ext cx="761274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 err="1"/>
              <a:t>Biggest_Number</a:t>
            </a:r>
            <a:r>
              <a:rPr lang="en-US" sz="600" dirty="0"/>
              <a:t> </a:t>
            </a:r>
          </a:p>
          <a:p>
            <a:pPr algn="ctr"/>
            <a:r>
              <a:rPr lang="en-US" sz="600" dirty="0"/>
              <a:t>= Number</a:t>
            </a:r>
          </a:p>
        </p:txBody>
      </p:sp>
      <p:cxnSp>
        <p:nvCxnSpPr>
          <p:cNvPr id="45" name="Straight Arrow Connector 20">
            <a:extLst>
              <a:ext uri="{FF2B5EF4-FFF2-40B4-BE49-F238E27FC236}">
                <a16:creationId xmlns:a16="http://schemas.microsoft.com/office/drawing/2014/main" id="{5F841D47-A8D9-4542-4DFF-EAA0638B997F}"/>
              </a:ext>
            </a:extLst>
          </p:cNvPr>
          <p:cNvCxnSpPr>
            <a:cxnSpLocks/>
            <a:stCxn id="40" idx="1"/>
            <a:endCxn id="44" idx="0"/>
          </p:cNvCxnSpPr>
          <p:nvPr/>
        </p:nvCxnSpPr>
        <p:spPr>
          <a:xfrm rot="10800000" flipV="1">
            <a:off x="4351529" y="5273894"/>
            <a:ext cx="800219" cy="10425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BDDC0E9-23E3-9603-4623-2D2535ED7187}"/>
              </a:ext>
            </a:extLst>
          </p:cNvPr>
          <p:cNvSpPr txBox="1"/>
          <p:nvPr/>
        </p:nvSpPr>
        <p:spPr>
          <a:xfrm>
            <a:off x="4306858" y="5606426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50" name="Decision 49">
            <a:extLst>
              <a:ext uri="{FF2B5EF4-FFF2-40B4-BE49-F238E27FC236}">
                <a16:creationId xmlns:a16="http://schemas.microsoft.com/office/drawing/2014/main" id="{6740C5FC-F4DF-5866-A59F-A883706BBD1B}"/>
              </a:ext>
            </a:extLst>
          </p:cNvPr>
          <p:cNvSpPr/>
          <p:nvPr/>
        </p:nvSpPr>
        <p:spPr>
          <a:xfrm>
            <a:off x="5112802" y="6221324"/>
            <a:ext cx="1121984" cy="884846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  <a:r>
              <a:rPr lang="en-US" sz="700" dirty="0">
                <a:solidFill>
                  <a:schemeClr val="dk1"/>
                </a:solidFill>
              </a:rPr>
              <a:t> </a:t>
            </a:r>
            <a:r>
              <a:rPr lang="en-US" sz="700" dirty="0"/>
              <a:t>Biggest_Number 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&lt; Number?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C354CD7-D12C-4043-DFF3-37268ED9CDEC}"/>
              </a:ext>
            </a:extLst>
          </p:cNvPr>
          <p:cNvCxnSpPr>
            <a:cxnSpLocks/>
          </p:cNvCxnSpPr>
          <p:nvPr/>
        </p:nvCxnSpPr>
        <p:spPr>
          <a:xfrm>
            <a:off x="5676679" y="7106170"/>
            <a:ext cx="0" cy="48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Process 52">
            <a:extLst>
              <a:ext uri="{FF2B5EF4-FFF2-40B4-BE49-F238E27FC236}">
                <a16:creationId xmlns:a16="http://schemas.microsoft.com/office/drawing/2014/main" id="{EC397E4C-C5A5-BD36-850E-55125F897EC5}"/>
              </a:ext>
            </a:extLst>
          </p:cNvPr>
          <p:cNvSpPr/>
          <p:nvPr/>
        </p:nvSpPr>
        <p:spPr>
          <a:xfrm>
            <a:off x="5299965" y="7612402"/>
            <a:ext cx="830408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 err="1"/>
              <a:t>Biggest_Number</a:t>
            </a:r>
            <a:r>
              <a:rPr lang="en-US" sz="700" dirty="0"/>
              <a:t> </a:t>
            </a:r>
          </a:p>
          <a:p>
            <a:pPr algn="ctr"/>
            <a:r>
              <a:rPr lang="en-US" sz="700" dirty="0"/>
              <a:t>= Number</a:t>
            </a:r>
          </a:p>
        </p:txBody>
      </p:sp>
      <p:cxnSp>
        <p:nvCxnSpPr>
          <p:cNvPr id="54" name="Straight Arrow Connector 20">
            <a:extLst>
              <a:ext uri="{FF2B5EF4-FFF2-40B4-BE49-F238E27FC236}">
                <a16:creationId xmlns:a16="http://schemas.microsoft.com/office/drawing/2014/main" id="{E5F918AF-C411-F3D3-B372-D3B126585BEB}"/>
              </a:ext>
            </a:extLst>
          </p:cNvPr>
          <p:cNvCxnSpPr>
            <a:cxnSpLocks/>
            <a:stCxn id="31" idx="3"/>
            <a:endCxn id="40" idx="3"/>
          </p:cNvCxnSpPr>
          <p:nvPr/>
        </p:nvCxnSpPr>
        <p:spPr>
          <a:xfrm flipV="1">
            <a:off x="6057780" y="5273894"/>
            <a:ext cx="182839" cy="3426309"/>
          </a:xfrm>
          <a:prstGeom prst="bentConnector3">
            <a:avLst>
              <a:gd name="adj1" fmla="val 2250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20">
            <a:extLst>
              <a:ext uri="{FF2B5EF4-FFF2-40B4-BE49-F238E27FC236}">
                <a16:creationId xmlns:a16="http://schemas.microsoft.com/office/drawing/2014/main" id="{EC7C9C80-DD94-102F-219A-29411B8BF971}"/>
              </a:ext>
            </a:extLst>
          </p:cNvPr>
          <p:cNvCxnSpPr>
            <a:cxnSpLocks/>
            <a:stCxn id="44" idx="2"/>
            <a:endCxn id="31" idx="1"/>
          </p:cNvCxnSpPr>
          <p:nvPr/>
        </p:nvCxnSpPr>
        <p:spPr>
          <a:xfrm rot="16200000" flipH="1">
            <a:off x="3895106" y="7260724"/>
            <a:ext cx="1895900" cy="9830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53D296-57B7-9980-FBA7-873DD132557A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690788" y="8155683"/>
            <a:ext cx="5395" cy="300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5F3E32C-8A84-DAA5-3E13-3F05094BC000}"/>
              </a:ext>
            </a:extLst>
          </p:cNvPr>
          <p:cNvSpPr txBox="1"/>
          <p:nvPr/>
        </p:nvSpPr>
        <p:spPr>
          <a:xfrm>
            <a:off x="5624592" y="7193304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74849CD-1D15-70C3-02B5-42469752CEE7}"/>
              </a:ext>
            </a:extLst>
          </p:cNvPr>
          <p:cNvCxnSpPr>
            <a:cxnSpLocks/>
          </p:cNvCxnSpPr>
          <p:nvPr/>
        </p:nvCxnSpPr>
        <p:spPr>
          <a:xfrm>
            <a:off x="4875611" y="8517833"/>
            <a:ext cx="458974" cy="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4683FB1-4C88-7604-87DF-FC0F11A73465}"/>
              </a:ext>
            </a:extLst>
          </p:cNvPr>
          <p:cNvSpPr txBox="1"/>
          <p:nvPr/>
        </p:nvSpPr>
        <p:spPr>
          <a:xfrm>
            <a:off x="4843056" y="6398152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79" name="Straight Arrow Connector 20">
            <a:extLst>
              <a:ext uri="{FF2B5EF4-FFF2-40B4-BE49-F238E27FC236}">
                <a16:creationId xmlns:a16="http://schemas.microsoft.com/office/drawing/2014/main" id="{6FBDB6FF-4874-9AAA-103B-3CFF6DDA633D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2265869" y="3740704"/>
            <a:ext cx="1563260" cy="1183106"/>
          </a:xfrm>
          <a:prstGeom prst="bentConnector3">
            <a:avLst>
              <a:gd name="adj1" fmla="val -2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EFAA866-27A9-B63E-1710-DEB7B2743738}"/>
              </a:ext>
            </a:extLst>
          </p:cNvPr>
          <p:cNvCxnSpPr>
            <a:cxnSpLocks/>
            <a:stCxn id="50" idx="1"/>
          </p:cNvCxnSpPr>
          <p:nvPr/>
        </p:nvCxnSpPr>
        <p:spPr>
          <a:xfrm rot="10800000" flipV="1">
            <a:off x="4875612" y="6663746"/>
            <a:ext cx="237190" cy="1859057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99">
            <a:extLst>
              <a:ext uri="{FF2B5EF4-FFF2-40B4-BE49-F238E27FC236}">
                <a16:creationId xmlns:a16="http://schemas.microsoft.com/office/drawing/2014/main" id="{9E6E40CB-1731-5E8C-F3DC-36327456EED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99757" y="8870671"/>
            <a:ext cx="1825445" cy="1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99">
            <a:extLst>
              <a:ext uri="{FF2B5EF4-FFF2-40B4-BE49-F238E27FC236}">
                <a16:creationId xmlns:a16="http://schemas.microsoft.com/office/drawing/2014/main" id="{3A7335FC-947D-F017-AAF8-7F8BFD7F62B7}"/>
              </a:ext>
            </a:extLst>
          </p:cNvPr>
          <p:cNvCxnSpPr>
            <a:cxnSpLocks/>
          </p:cNvCxnSpPr>
          <p:nvPr/>
        </p:nvCxnSpPr>
        <p:spPr>
          <a:xfrm rot="5400000">
            <a:off x="1621890" y="6976947"/>
            <a:ext cx="3786808" cy="645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99">
            <a:extLst>
              <a:ext uri="{FF2B5EF4-FFF2-40B4-BE49-F238E27FC236}">
                <a16:creationId xmlns:a16="http://schemas.microsoft.com/office/drawing/2014/main" id="{C8D45256-493F-EF2B-A09C-581FCBA89609}"/>
              </a:ext>
            </a:extLst>
          </p:cNvPr>
          <p:cNvCxnSpPr>
            <a:cxnSpLocks/>
          </p:cNvCxnSpPr>
          <p:nvPr/>
        </p:nvCxnSpPr>
        <p:spPr>
          <a:xfrm flipV="1">
            <a:off x="3514970" y="5020217"/>
            <a:ext cx="845535" cy="63648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79AF3D8-9878-EE1D-CD81-54094F6EFA39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360506" y="4148885"/>
            <a:ext cx="13059" cy="87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0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4C4-CBB1-6EC1-FFF4-C32B14E8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ecision 4">
            <a:extLst>
              <a:ext uri="{FF2B5EF4-FFF2-40B4-BE49-F238E27FC236}">
                <a16:creationId xmlns:a16="http://schemas.microsoft.com/office/drawing/2014/main" id="{0249D1F2-3ED8-A512-2F2E-6B1B28DDADB3}"/>
              </a:ext>
            </a:extLst>
          </p:cNvPr>
          <p:cNvSpPr/>
          <p:nvPr/>
        </p:nvSpPr>
        <p:spPr>
          <a:xfrm>
            <a:off x="4884749" y="3371484"/>
            <a:ext cx="1175151" cy="857886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Number MOD 3=0</a:t>
            </a:r>
            <a:endParaRPr lang="en-US" sz="800" dirty="0">
              <a:solidFill>
                <a:schemeClr val="dk1"/>
              </a:solidFill>
            </a:endParaRP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C34BC215-CF94-C636-06B5-22D4F9912502}"/>
              </a:ext>
            </a:extLst>
          </p:cNvPr>
          <p:cNvSpPr/>
          <p:nvPr/>
        </p:nvSpPr>
        <p:spPr>
          <a:xfrm>
            <a:off x="2664491" y="3343732"/>
            <a:ext cx="1244184" cy="899410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Input Number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7" name="Connector 6">
            <a:extLst>
              <a:ext uri="{FF2B5EF4-FFF2-40B4-BE49-F238E27FC236}">
                <a16:creationId xmlns:a16="http://schemas.microsoft.com/office/drawing/2014/main" id="{5E99EE5E-6EF4-CA17-A12A-6EDE255F790B}"/>
              </a:ext>
            </a:extLst>
          </p:cNvPr>
          <p:cNvSpPr/>
          <p:nvPr/>
        </p:nvSpPr>
        <p:spPr>
          <a:xfrm>
            <a:off x="649889" y="3371484"/>
            <a:ext cx="879351" cy="8994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35D01C-6151-76B3-0CD2-C1343611143D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 flipV="1">
            <a:off x="1529240" y="3793437"/>
            <a:ext cx="1259669" cy="27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2CEC15-8FC6-43D9-882F-05C56DF2B41D}"/>
              </a:ext>
            </a:extLst>
          </p:cNvPr>
          <p:cNvCxnSpPr>
            <a:cxnSpLocks/>
            <a:stCxn id="6" idx="5"/>
            <a:endCxn id="5" idx="1"/>
          </p:cNvCxnSpPr>
          <p:nvPr/>
        </p:nvCxnSpPr>
        <p:spPr>
          <a:xfrm>
            <a:off x="3784257" y="3793437"/>
            <a:ext cx="1100492" cy="6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F90D86-4E89-734A-E1B8-B8DC37645B54}"/>
              </a:ext>
            </a:extLst>
          </p:cNvPr>
          <p:cNvSpPr txBox="1"/>
          <p:nvPr/>
        </p:nvSpPr>
        <p:spPr>
          <a:xfrm>
            <a:off x="4064287" y="3532230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Number</a:t>
            </a:r>
          </a:p>
        </p:txBody>
      </p:sp>
      <p:cxnSp>
        <p:nvCxnSpPr>
          <p:cNvPr id="14" name="Straight Arrow Connector 20">
            <a:extLst>
              <a:ext uri="{FF2B5EF4-FFF2-40B4-BE49-F238E27FC236}">
                <a16:creationId xmlns:a16="http://schemas.microsoft.com/office/drawing/2014/main" id="{71427F95-2ED8-3F9D-BB91-71B2A329B4D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059900" y="3800427"/>
            <a:ext cx="224851" cy="10453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00E330-80AC-775A-BBF9-1349A974124C}"/>
              </a:ext>
            </a:extLst>
          </p:cNvPr>
          <p:cNvSpPr txBox="1"/>
          <p:nvPr/>
        </p:nvSpPr>
        <p:spPr>
          <a:xfrm>
            <a:off x="5862293" y="4033769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AF3FDA-D804-5B9B-F8AA-4195ED35FBD7}"/>
              </a:ext>
            </a:extLst>
          </p:cNvPr>
          <p:cNvSpPr txBox="1"/>
          <p:nvPr/>
        </p:nvSpPr>
        <p:spPr>
          <a:xfrm>
            <a:off x="4837169" y="4124592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01CD7908-9819-F915-C32D-3397BE829F45}"/>
              </a:ext>
            </a:extLst>
          </p:cNvPr>
          <p:cNvSpPr/>
          <p:nvPr/>
        </p:nvSpPr>
        <p:spPr>
          <a:xfrm>
            <a:off x="4735248" y="7683696"/>
            <a:ext cx="804940" cy="521456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Div5=“N”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B8EB7770-F79C-639C-74A4-FEC86044221F}"/>
              </a:ext>
            </a:extLst>
          </p:cNvPr>
          <p:cNvSpPr/>
          <p:nvPr/>
        </p:nvSpPr>
        <p:spPr>
          <a:xfrm>
            <a:off x="588800" y="6933190"/>
            <a:ext cx="774844" cy="811843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497568-64B6-D628-81F1-BC8E466F6AC7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4634660" y="9099400"/>
            <a:ext cx="520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Decision 30">
            <a:extLst>
              <a:ext uri="{FF2B5EF4-FFF2-40B4-BE49-F238E27FC236}">
                <a16:creationId xmlns:a16="http://schemas.microsoft.com/office/drawing/2014/main" id="{46D3BD01-34A0-E235-E6C5-7DBF648C94B2}"/>
              </a:ext>
            </a:extLst>
          </p:cNvPr>
          <p:cNvSpPr/>
          <p:nvPr/>
        </p:nvSpPr>
        <p:spPr>
          <a:xfrm>
            <a:off x="4669056" y="6038642"/>
            <a:ext cx="1100479" cy="894548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Number MOD 5=0</a:t>
            </a:r>
          </a:p>
        </p:txBody>
      </p:sp>
      <p:sp>
        <p:nvSpPr>
          <p:cNvPr id="32" name="Document 31">
            <a:extLst>
              <a:ext uri="{FF2B5EF4-FFF2-40B4-BE49-F238E27FC236}">
                <a16:creationId xmlns:a16="http://schemas.microsoft.com/office/drawing/2014/main" id="{9DB90769-578A-E6CD-9516-F87268914A5E}"/>
              </a:ext>
            </a:extLst>
          </p:cNvPr>
          <p:cNvSpPr/>
          <p:nvPr/>
        </p:nvSpPr>
        <p:spPr>
          <a:xfrm>
            <a:off x="2347556" y="7417331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“Fizz”</a:t>
            </a:r>
            <a:endParaRPr lang="en-US" sz="900" dirty="0">
              <a:solidFill>
                <a:schemeClr val="dk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7C255C-CBD3-652B-AC21-F3D42C040BBE}"/>
              </a:ext>
            </a:extLst>
          </p:cNvPr>
          <p:cNvSpPr txBox="1"/>
          <p:nvPr/>
        </p:nvSpPr>
        <p:spPr>
          <a:xfrm>
            <a:off x="5841162" y="6211637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C0294A-E27A-5B0C-C835-492596A61EE7}"/>
              </a:ext>
            </a:extLst>
          </p:cNvPr>
          <p:cNvSpPr txBox="1"/>
          <p:nvPr/>
        </p:nvSpPr>
        <p:spPr>
          <a:xfrm>
            <a:off x="4792514" y="7024793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C211F1-32B3-E285-1BBA-1F1E816E6F87}"/>
              </a:ext>
            </a:extLst>
          </p:cNvPr>
          <p:cNvCxnSpPr>
            <a:cxnSpLocks/>
          </p:cNvCxnSpPr>
          <p:nvPr/>
        </p:nvCxnSpPr>
        <p:spPr>
          <a:xfrm>
            <a:off x="5155114" y="6880430"/>
            <a:ext cx="0" cy="77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5222722-DFBA-C642-FFA2-F48B78E30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18"/>
            <a:ext cx="6858000" cy="2752775"/>
          </a:xfrm>
          <a:prstGeom prst="rect">
            <a:avLst/>
          </a:prstGeom>
        </p:spPr>
      </p:pic>
      <p:sp>
        <p:nvSpPr>
          <p:cNvPr id="35" name="Process 34">
            <a:extLst>
              <a:ext uri="{FF2B5EF4-FFF2-40B4-BE49-F238E27FC236}">
                <a16:creationId xmlns:a16="http://schemas.microsoft.com/office/drawing/2014/main" id="{16E4EF6B-9E64-0FBC-C4F0-0DE85585ACB2}"/>
              </a:ext>
            </a:extLst>
          </p:cNvPr>
          <p:cNvSpPr/>
          <p:nvPr/>
        </p:nvSpPr>
        <p:spPr>
          <a:xfrm>
            <a:off x="5906717" y="4887224"/>
            <a:ext cx="756067" cy="473678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Div3=“Y”</a:t>
            </a: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F22D87A6-7F3F-4E10-74C1-E8C6EC834651}"/>
              </a:ext>
            </a:extLst>
          </p:cNvPr>
          <p:cNvSpPr/>
          <p:nvPr/>
        </p:nvSpPr>
        <p:spPr>
          <a:xfrm>
            <a:off x="5769535" y="6782191"/>
            <a:ext cx="818554" cy="513538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Div5=“Y”</a:t>
            </a:r>
          </a:p>
        </p:txBody>
      </p:sp>
      <p:sp>
        <p:nvSpPr>
          <p:cNvPr id="43" name="Process 42">
            <a:extLst>
              <a:ext uri="{FF2B5EF4-FFF2-40B4-BE49-F238E27FC236}">
                <a16:creationId xmlns:a16="http://schemas.microsoft.com/office/drawing/2014/main" id="{C9A6C3D3-F958-02B1-63D0-F4EFA8E00085}"/>
              </a:ext>
            </a:extLst>
          </p:cNvPr>
          <p:cNvSpPr/>
          <p:nvPr/>
        </p:nvSpPr>
        <p:spPr>
          <a:xfrm>
            <a:off x="4563074" y="4814458"/>
            <a:ext cx="756067" cy="473678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Div3=“N”</a:t>
            </a:r>
          </a:p>
        </p:txBody>
      </p:sp>
      <p:cxnSp>
        <p:nvCxnSpPr>
          <p:cNvPr id="48" name="Straight Arrow Connector 20">
            <a:extLst>
              <a:ext uri="{FF2B5EF4-FFF2-40B4-BE49-F238E27FC236}">
                <a16:creationId xmlns:a16="http://schemas.microsoft.com/office/drawing/2014/main" id="{E027423F-7619-D591-6832-089B7CD451A0}"/>
              </a:ext>
            </a:extLst>
          </p:cNvPr>
          <p:cNvCxnSpPr>
            <a:cxnSpLocks/>
            <a:stCxn id="31" idx="3"/>
            <a:endCxn id="38" idx="0"/>
          </p:cNvCxnSpPr>
          <p:nvPr/>
        </p:nvCxnSpPr>
        <p:spPr>
          <a:xfrm>
            <a:off x="5769535" y="6485916"/>
            <a:ext cx="409277" cy="2962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Decision 52">
            <a:extLst>
              <a:ext uri="{FF2B5EF4-FFF2-40B4-BE49-F238E27FC236}">
                <a16:creationId xmlns:a16="http://schemas.microsoft.com/office/drawing/2014/main" id="{9F1A5FC6-B9A1-9371-2FDD-F8907C1574EB}"/>
              </a:ext>
            </a:extLst>
          </p:cNvPr>
          <p:cNvSpPr/>
          <p:nvPr/>
        </p:nvSpPr>
        <p:spPr>
          <a:xfrm>
            <a:off x="5155114" y="8602445"/>
            <a:ext cx="1249008" cy="99391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Div3=“Y” </a:t>
            </a:r>
            <a:r>
              <a:rPr lang="en-US" sz="800" b="1" dirty="0"/>
              <a:t>AND</a:t>
            </a:r>
            <a:r>
              <a:rPr lang="en-US" sz="800" dirty="0"/>
              <a:t> Div5=“Y”</a:t>
            </a:r>
          </a:p>
        </p:txBody>
      </p:sp>
      <p:cxnSp>
        <p:nvCxnSpPr>
          <p:cNvPr id="54" name="Straight Arrow Connector 20">
            <a:extLst>
              <a:ext uri="{FF2B5EF4-FFF2-40B4-BE49-F238E27FC236}">
                <a16:creationId xmlns:a16="http://schemas.microsoft.com/office/drawing/2014/main" id="{1654D6A1-C8E6-7B4C-A044-9726686DD5D4}"/>
              </a:ext>
            </a:extLst>
          </p:cNvPr>
          <p:cNvCxnSpPr>
            <a:cxnSpLocks/>
            <a:stCxn id="38" idx="2"/>
            <a:endCxn id="53" idx="3"/>
          </p:cNvCxnSpPr>
          <p:nvPr/>
        </p:nvCxnSpPr>
        <p:spPr>
          <a:xfrm rot="16200000" flipH="1">
            <a:off x="5389632" y="8084909"/>
            <a:ext cx="1803671" cy="225310"/>
          </a:xfrm>
          <a:prstGeom prst="bentConnector4">
            <a:avLst>
              <a:gd name="adj1" fmla="val 36224"/>
              <a:gd name="adj2" fmla="val 13816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20">
            <a:extLst>
              <a:ext uri="{FF2B5EF4-FFF2-40B4-BE49-F238E27FC236}">
                <a16:creationId xmlns:a16="http://schemas.microsoft.com/office/drawing/2014/main" id="{76FC3BCD-FCA0-D9CA-7750-CAE2FF523DDE}"/>
              </a:ext>
            </a:extLst>
          </p:cNvPr>
          <p:cNvCxnSpPr>
            <a:cxnSpLocks/>
            <a:stCxn id="18" idx="3"/>
            <a:endCxn id="53" idx="0"/>
          </p:cNvCxnSpPr>
          <p:nvPr/>
        </p:nvCxnSpPr>
        <p:spPr>
          <a:xfrm>
            <a:off x="5540188" y="7944424"/>
            <a:ext cx="239430" cy="6580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Process 63">
            <a:extLst>
              <a:ext uri="{FF2B5EF4-FFF2-40B4-BE49-F238E27FC236}">
                <a16:creationId xmlns:a16="http://schemas.microsoft.com/office/drawing/2014/main" id="{B59216E3-99FA-D372-7C88-8459E676FB4A}"/>
              </a:ext>
            </a:extLst>
          </p:cNvPr>
          <p:cNvSpPr/>
          <p:nvPr/>
        </p:nvSpPr>
        <p:spPr>
          <a:xfrm>
            <a:off x="3829719" y="8748601"/>
            <a:ext cx="804940" cy="521456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Both=“Y”</a:t>
            </a:r>
          </a:p>
        </p:txBody>
      </p:sp>
      <p:sp>
        <p:nvSpPr>
          <p:cNvPr id="71" name="Decision 70">
            <a:extLst>
              <a:ext uri="{FF2B5EF4-FFF2-40B4-BE49-F238E27FC236}">
                <a16:creationId xmlns:a16="http://schemas.microsoft.com/office/drawing/2014/main" id="{107808EF-5C8B-9215-29C7-EF952AA5472A}"/>
              </a:ext>
            </a:extLst>
          </p:cNvPr>
          <p:cNvSpPr/>
          <p:nvPr/>
        </p:nvSpPr>
        <p:spPr>
          <a:xfrm>
            <a:off x="2275259" y="8584657"/>
            <a:ext cx="1249008" cy="99391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Div3=“Y” </a:t>
            </a:r>
            <a:r>
              <a:rPr lang="en-US" sz="800" b="1" dirty="0"/>
              <a:t>AND</a:t>
            </a:r>
            <a:r>
              <a:rPr lang="en-US" sz="800" dirty="0"/>
              <a:t> Div5=“N”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B99ED68-1C04-0A2F-957C-F396005DE057}"/>
              </a:ext>
            </a:extLst>
          </p:cNvPr>
          <p:cNvCxnSpPr>
            <a:cxnSpLocks/>
          </p:cNvCxnSpPr>
          <p:nvPr/>
        </p:nvCxnSpPr>
        <p:spPr>
          <a:xfrm flipH="1" flipV="1">
            <a:off x="3536789" y="9080711"/>
            <a:ext cx="246078" cy="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0839AE5-217F-ECF3-E2E8-EF4198001F62}"/>
              </a:ext>
            </a:extLst>
          </p:cNvPr>
          <p:cNvCxnSpPr>
            <a:cxnSpLocks/>
            <a:stCxn id="71" idx="0"/>
            <a:endCxn id="32" idx="2"/>
          </p:cNvCxnSpPr>
          <p:nvPr/>
        </p:nvCxnSpPr>
        <p:spPr>
          <a:xfrm flipH="1" flipV="1">
            <a:off x="2767423" y="8029406"/>
            <a:ext cx="132340" cy="55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335950D-89DD-D3EF-3459-ADA90488FC30}"/>
              </a:ext>
            </a:extLst>
          </p:cNvPr>
          <p:cNvSpPr txBox="1"/>
          <p:nvPr/>
        </p:nvSpPr>
        <p:spPr>
          <a:xfrm>
            <a:off x="2804358" y="8162051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468872C-6CC4-C1D8-B93D-FD653B11C59E}"/>
              </a:ext>
            </a:extLst>
          </p:cNvPr>
          <p:cNvCxnSpPr>
            <a:cxnSpLocks/>
            <a:stCxn id="32" idx="1"/>
            <a:endCxn id="19" idx="6"/>
          </p:cNvCxnSpPr>
          <p:nvPr/>
        </p:nvCxnSpPr>
        <p:spPr>
          <a:xfrm flipH="1" flipV="1">
            <a:off x="1363644" y="7339112"/>
            <a:ext cx="983912" cy="405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Decision 80">
            <a:extLst>
              <a:ext uri="{FF2B5EF4-FFF2-40B4-BE49-F238E27FC236}">
                <a16:creationId xmlns:a16="http://schemas.microsoft.com/office/drawing/2014/main" id="{5B23C7E1-F93C-48EA-A770-5CBA9A7A5ECD}"/>
              </a:ext>
            </a:extLst>
          </p:cNvPr>
          <p:cNvSpPr/>
          <p:nvPr/>
        </p:nvSpPr>
        <p:spPr>
          <a:xfrm>
            <a:off x="2164405" y="10766002"/>
            <a:ext cx="1249008" cy="993910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Div3=“N” </a:t>
            </a:r>
            <a:r>
              <a:rPr lang="en-US" sz="800" b="1" dirty="0"/>
              <a:t>AND</a:t>
            </a:r>
            <a:r>
              <a:rPr lang="en-US" sz="800" dirty="0"/>
              <a:t> Div5=“Y”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872584-53C9-EFDF-9CD2-1C6014012F6C}"/>
              </a:ext>
            </a:extLst>
          </p:cNvPr>
          <p:cNvSpPr txBox="1"/>
          <p:nvPr/>
        </p:nvSpPr>
        <p:spPr>
          <a:xfrm>
            <a:off x="2470993" y="10003055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A957706-A21D-A1E3-1759-1838C8BB0FEF}"/>
              </a:ext>
            </a:extLst>
          </p:cNvPr>
          <p:cNvCxnSpPr>
            <a:cxnSpLocks/>
            <a:stCxn id="71" idx="2"/>
            <a:endCxn id="81" idx="0"/>
          </p:cNvCxnSpPr>
          <p:nvPr/>
        </p:nvCxnSpPr>
        <p:spPr>
          <a:xfrm flipH="1">
            <a:off x="2788909" y="9578567"/>
            <a:ext cx="110854" cy="118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Document 85">
            <a:extLst>
              <a:ext uri="{FF2B5EF4-FFF2-40B4-BE49-F238E27FC236}">
                <a16:creationId xmlns:a16="http://schemas.microsoft.com/office/drawing/2014/main" id="{61F4320D-0017-8FE2-59E1-6A7D603C8422}"/>
              </a:ext>
            </a:extLst>
          </p:cNvPr>
          <p:cNvSpPr/>
          <p:nvPr/>
        </p:nvSpPr>
        <p:spPr>
          <a:xfrm>
            <a:off x="549626" y="10107798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“Buzz”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18E755E-DDB6-4E70-4181-A74A11D47564}"/>
              </a:ext>
            </a:extLst>
          </p:cNvPr>
          <p:cNvCxnSpPr>
            <a:cxnSpLocks/>
            <a:stCxn id="86" idx="0"/>
            <a:endCxn id="19" idx="4"/>
          </p:cNvCxnSpPr>
          <p:nvPr/>
        </p:nvCxnSpPr>
        <p:spPr>
          <a:xfrm flipV="1">
            <a:off x="969493" y="7745033"/>
            <a:ext cx="6729" cy="2362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96B5DF5-3692-119D-A733-6024C59A00E1}"/>
              </a:ext>
            </a:extLst>
          </p:cNvPr>
          <p:cNvSpPr txBox="1"/>
          <p:nvPr/>
        </p:nvSpPr>
        <p:spPr>
          <a:xfrm>
            <a:off x="1502611" y="10962899"/>
            <a:ext cx="402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94" name="Decision 93">
            <a:extLst>
              <a:ext uri="{FF2B5EF4-FFF2-40B4-BE49-F238E27FC236}">
                <a16:creationId xmlns:a16="http://schemas.microsoft.com/office/drawing/2014/main" id="{55D6E691-3025-0EEC-E677-6AC0C71AA086}"/>
              </a:ext>
            </a:extLst>
          </p:cNvPr>
          <p:cNvSpPr/>
          <p:nvPr/>
        </p:nvSpPr>
        <p:spPr>
          <a:xfrm>
            <a:off x="3718089" y="10888918"/>
            <a:ext cx="1097870" cy="866495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Is</a:t>
            </a:r>
          </a:p>
          <a:p>
            <a:pPr algn="ctr"/>
            <a:r>
              <a:rPr lang="en-US" sz="800" dirty="0"/>
              <a:t>Both=Y”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7E5F4F3-CF09-FB0D-D16A-14A19F052CB3}"/>
              </a:ext>
            </a:extLst>
          </p:cNvPr>
          <p:cNvCxnSpPr>
            <a:cxnSpLocks/>
            <a:stCxn id="81" idx="3"/>
            <a:endCxn id="94" idx="1"/>
          </p:cNvCxnSpPr>
          <p:nvPr/>
        </p:nvCxnSpPr>
        <p:spPr>
          <a:xfrm>
            <a:off x="3413413" y="11262957"/>
            <a:ext cx="304676" cy="59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F2CEC8CD-262D-B7F2-A17F-661849C00954}"/>
              </a:ext>
            </a:extLst>
          </p:cNvPr>
          <p:cNvSpPr txBox="1"/>
          <p:nvPr/>
        </p:nvSpPr>
        <p:spPr>
          <a:xfrm>
            <a:off x="3394332" y="11001347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99" name="Document 98">
            <a:extLst>
              <a:ext uri="{FF2B5EF4-FFF2-40B4-BE49-F238E27FC236}">
                <a16:creationId xmlns:a16="http://schemas.microsoft.com/office/drawing/2014/main" id="{4D9AF526-C787-6548-50F7-903CBD4DD707}"/>
              </a:ext>
            </a:extLst>
          </p:cNvPr>
          <p:cNvSpPr/>
          <p:nvPr/>
        </p:nvSpPr>
        <p:spPr>
          <a:xfrm>
            <a:off x="5457991" y="11140725"/>
            <a:ext cx="839733" cy="655405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“</a:t>
            </a:r>
            <a:r>
              <a:rPr lang="en-US" sz="900" dirty="0" err="1"/>
              <a:t>FizzBuzz</a:t>
            </a:r>
            <a:r>
              <a:rPr lang="en-US" sz="900" dirty="0"/>
              <a:t>”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EE06F47-80DC-2A7F-B3B5-89CB715D58FC}"/>
              </a:ext>
            </a:extLst>
          </p:cNvPr>
          <p:cNvCxnSpPr>
            <a:cxnSpLocks/>
            <a:stCxn id="94" idx="3"/>
            <a:endCxn id="99" idx="1"/>
          </p:cNvCxnSpPr>
          <p:nvPr/>
        </p:nvCxnSpPr>
        <p:spPr>
          <a:xfrm>
            <a:off x="4815959" y="11322166"/>
            <a:ext cx="642032" cy="146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Connector 102">
            <a:extLst>
              <a:ext uri="{FF2B5EF4-FFF2-40B4-BE49-F238E27FC236}">
                <a16:creationId xmlns:a16="http://schemas.microsoft.com/office/drawing/2014/main" id="{294DDF14-B7FF-E16F-7B60-6C9BB86269F3}"/>
              </a:ext>
            </a:extLst>
          </p:cNvPr>
          <p:cNvSpPr/>
          <p:nvPr/>
        </p:nvSpPr>
        <p:spPr>
          <a:xfrm>
            <a:off x="6069465" y="10114784"/>
            <a:ext cx="669314" cy="701273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104" name="Straight Arrow Connector 20">
            <a:extLst>
              <a:ext uri="{FF2B5EF4-FFF2-40B4-BE49-F238E27FC236}">
                <a16:creationId xmlns:a16="http://schemas.microsoft.com/office/drawing/2014/main" id="{0BBCF68F-FC60-0EE4-FA92-44B4AA348E12}"/>
              </a:ext>
            </a:extLst>
          </p:cNvPr>
          <p:cNvCxnSpPr>
            <a:cxnSpLocks/>
            <a:stCxn id="99" idx="0"/>
            <a:endCxn id="103" idx="4"/>
          </p:cNvCxnSpPr>
          <p:nvPr/>
        </p:nvCxnSpPr>
        <p:spPr>
          <a:xfrm rot="5400000" flipH="1" flipV="1">
            <a:off x="5978656" y="10715259"/>
            <a:ext cx="324668" cy="5262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D742A609-7022-59EE-3B45-A201141904C2}"/>
              </a:ext>
            </a:extLst>
          </p:cNvPr>
          <p:cNvSpPr txBox="1"/>
          <p:nvPr/>
        </p:nvSpPr>
        <p:spPr>
          <a:xfrm>
            <a:off x="4775118" y="8838672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109" name="Process 108">
            <a:extLst>
              <a:ext uri="{FF2B5EF4-FFF2-40B4-BE49-F238E27FC236}">
                <a16:creationId xmlns:a16="http://schemas.microsoft.com/office/drawing/2014/main" id="{68DF86A8-089E-358E-5650-A38BDF55D99B}"/>
              </a:ext>
            </a:extLst>
          </p:cNvPr>
          <p:cNvSpPr/>
          <p:nvPr/>
        </p:nvSpPr>
        <p:spPr>
          <a:xfrm>
            <a:off x="3974383" y="9783268"/>
            <a:ext cx="745049" cy="439575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Both=“N”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FF5920B-D037-2952-A1F5-5CB2D1DC049A}"/>
              </a:ext>
            </a:extLst>
          </p:cNvPr>
          <p:cNvCxnSpPr>
            <a:cxnSpLocks/>
            <a:stCxn id="109" idx="1"/>
          </p:cNvCxnSpPr>
          <p:nvPr/>
        </p:nvCxnSpPr>
        <p:spPr>
          <a:xfrm flipH="1" flipV="1">
            <a:off x="3536789" y="9140821"/>
            <a:ext cx="437594" cy="862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B426F78-9319-38B3-C55E-CF36064EA35C}"/>
              </a:ext>
            </a:extLst>
          </p:cNvPr>
          <p:cNvSpPr txBox="1"/>
          <p:nvPr/>
        </p:nvSpPr>
        <p:spPr>
          <a:xfrm>
            <a:off x="5457991" y="964600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114" name="Straight Arrow Connector 20">
            <a:extLst>
              <a:ext uri="{FF2B5EF4-FFF2-40B4-BE49-F238E27FC236}">
                <a16:creationId xmlns:a16="http://schemas.microsoft.com/office/drawing/2014/main" id="{2B3964E4-843B-FE05-928B-5C29C5B09F5B}"/>
              </a:ext>
            </a:extLst>
          </p:cNvPr>
          <p:cNvCxnSpPr>
            <a:cxnSpLocks/>
            <a:stCxn id="53" idx="2"/>
            <a:endCxn id="109" idx="3"/>
          </p:cNvCxnSpPr>
          <p:nvPr/>
        </p:nvCxnSpPr>
        <p:spPr>
          <a:xfrm rot="5400000">
            <a:off x="5046175" y="9269612"/>
            <a:ext cx="406701" cy="10601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20">
            <a:extLst>
              <a:ext uri="{FF2B5EF4-FFF2-40B4-BE49-F238E27FC236}">
                <a16:creationId xmlns:a16="http://schemas.microsoft.com/office/drawing/2014/main" id="{B7B43C68-9B54-842B-A225-9D0FF78D9037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rot="5400000">
            <a:off x="5413154" y="5167045"/>
            <a:ext cx="677740" cy="10654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20">
            <a:extLst>
              <a:ext uri="{FF2B5EF4-FFF2-40B4-BE49-F238E27FC236}">
                <a16:creationId xmlns:a16="http://schemas.microsoft.com/office/drawing/2014/main" id="{EFEF66C3-A0F5-38B7-CEA9-F99189695429}"/>
              </a:ext>
            </a:extLst>
          </p:cNvPr>
          <p:cNvCxnSpPr>
            <a:cxnSpLocks/>
            <a:stCxn id="43" idx="2"/>
            <a:endCxn id="31" idx="1"/>
          </p:cNvCxnSpPr>
          <p:nvPr/>
        </p:nvCxnSpPr>
        <p:spPr>
          <a:xfrm rot="5400000">
            <a:off x="4206192" y="5751000"/>
            <a:ext cx="1197780" cy="272052"/>
          </a:xfrm>
          <a:prstGeom prst="bentConnector4">
            <a:avLst>
              <a:gd name="adj1" fmla="val 31329"/>
              <a:gd name="adj2" fmla="val 1840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20">
            <a:extLst>
              <a:ext uri="{FF2B5EF4-FFF2-40B4-BE49-F238E27FC236}">
                <a16:creationId xmlns:a16="http://schemas.microsoft.com/office/drawing/2014/main" id="{C5B8D776-9D8C-5467-2A05-641C8733470E}"/>
              </a:ext>
            </a:extLst>
          </p:cNvPr>
          <p:cNvCxnSpPr>
            <a:cxnSpLocks/>
            <a:stCxn id="5" idx="2"/>
            <a:endCxn id="43" idx="0"/>
          </p:cNvCxnSpPr>
          <p:nvPr/>
        </p:nvCxnSpPr>
        <p:spPr>
          <a:xfrm rot="5400000">
            <a:off x="4914173" y="4256306"/>
            <a:ext cx="585088" cy="5312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AAC48970-B31E-C67F-D6E2-3DFE8C69208D}"/>
              </a:ext>
            </a:extLst>
          </p:cNvPr>
          <p:cNvSpPr txBox="1"/>
          <p:nvPr/>
        </p:nvSpPr>
        <p:spPr>
          <a:xfrm>
            <a:off x="4858257" y="11416210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156" name="Straight Arrow Connector 20">
            <a:extLst>
              <a:ext uri="{FF2B5EF4-FFF2-40B4-BE49-F238E27FC236}">
                <a16:creationId xmlns:a16="http://schemas.microsoft.com/office/drawing/2014/main" id="{96A395E0-C9D7-8237-35BC-811F15823A6B}"/>
              </a:ext>
            </a:extLst>
          </p:cNvPr>
          <p:cNvCxnSpPr>
            <a:cxnSpLocks/>
            <a:stCxn id="81" idx="1"/>
            <a:endCxn id="86" idx="2"/>
          </p:cNvCxnSpPr>
          <p:nvPr/>
        </p:nvCxnSpPr>
        <p:spPr>
          <a:xfrm rot="10800000">
            <a:off x="969493" y="10719873"/>
            <a:ext cx="1194912" cy="5430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91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F673F-802F-7EDA-A5BB-6DD213B4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AB4334F-5783-4264-5006-FBDEBFE8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400"/>
            <a:ext cx="6858000" cy="800498"/>
          </a:xfrm>
          <a:prstGeom prst="rect">
            <a:avLst/>
          </a:prstGeom>
        </p:spPr>
      </p:pic>
      <p:sp>
        <p:nvSpPr>
          <p:cNvPr id="16" name="Process 15">
            <a:extLst>
              <a:ext uri="{FF2B5EF4-FFF2-40B4-BE49-F238E27FC236}">
                <a16:creationId xmlns:a16="http://schemas.microsoft.com/office/drawing/2014/main" id="{2A13DA99-251B-5AC6-B9FF-DE8216ABBBEC}"/>
              </a:ext>
            </a:extLst>
          </p:cNvPr>
          <p:cNvSpPr/>
          <p:nvPr/>
        </p:nvSpPr>
        <p:spPr>
          <a:xfrm>
            <a:off x="1861670" y="3492826"/>
            <a:ext cx="774329" cy="52258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Counter = 1</a:t>
            </a:r>
          </a:p>
          <a:p>
            <a:pPr algn="ctr"/>
            <a:r>
              <a:rPr lang="en-US" sz="800" dirty="0"/>
              <a:t>Sum = 0</a:t>
            </a:r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28AA44F9-7130-4020-10AE-3F5BD5276394}"/>
              </a:ext>
            </a:extLst>
          </p:cNvPr>
          <p:cNvSpPr/>
          <p:nvPr/>
        </p:nvSpPr>
        <p:spPr>
          <a:xfrm>
            <a:off x="3829129" y="3332523"/>
            <a:ext cx="1088872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</a:rPr>
              <a:t>Counter &lt;=100</a:t>
            </a:r>
          </a:p>
        </p:txBody>
      </p:sp>
      <p:sp>
        <p:nvSpPr>
          <p:cNvPr id="23" name="Data 22">
            <a:extLst>
              <a:ext uri="{FF2B5EF4-FFF2-40B4-BE49-F238E27FC236}">
                <a16:creationId xmlns:a16="http://schemas.microsoft.com/office/drawing/2014/main" id="{2D1E7BED-FC06-FAE6-456E-85EDBACC47BB}"/>
              </a:ext>
            </a:extLst>
          </p:cNvPr>
          <p:cNvSpPr/>
          <p:nvPr/>
        </p:nvSpPr>
        <p:spPr>
          <a:xfrm>
            <a:off x="5157656" y="3901252"/>
            <a:ext cx="1077130" cy="527537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Number</a:t>
            </a:r>
            <a:endParaRPr lang="en-US" sz="1000" dirty="0">
              <a:solidFill>
                <a:schemeClr val="dk1"/>
              </a:solidFill>
            </a:endParaRPr>
          </a:p>
        </p:txBody>
      </p:sp>
      <p:sp>
        <p:nvSpPr>
          <p:cNvPr id="25" name="Connector 24">
            <a:extLst>
              <a:ext uri="{FF2B5EF4-FFF2-40B4-BE49-F238E27FC236}">
                <a16:creationId xmlns:a16="http://schemas.microsoft.com/office/drawing/2014/main" id="{CA3857BA-226D-D25D-8E10-B81996C0199D}"/>
              </a:ext>
            </a:extLst>
          </p:cNvPr>
          <p:cNvSpPr/>
          <p:nvPr/>
        </p:nvSpPr>
        <p:spPr>
          <a:xfrm>
            <a:off x="1795443" y="4533627"/>
            <a:ext cx="879351" cy="8994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9" name="Document 28">
            <a:extLst>
              <a:ext uri="{FF2B5EF4-FFF2-40B4-BE49-F238E27FC236}">
                <a16:creationId xmlns:a16="http://schemas.microsoft.com/office/drawing/2014/main" id="{7BC18B41-4FD2-3D28-308F-A28ED562CC49}"/>
              </a:ext>
            </a:extLst>
          </p:cNvPr>
          <p:cNvSpPr/>
          <p:nvPr/>
        </p:nvSpPr>
        <p:spPr>
          <a:xfrm>
            <a:off x="348831" y="6042931"/>
            <a:ext cx="1078543" cy="858291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Sum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7CF3D73-8D31-8078-89B1-589AD2211095}"/>
              </a:ext>
            </a:extLst>
          </p:cNvPr>
          <p:cNvCxnSpPr>
            <a:cxnSpLocks/>
            <a:stCxn id="25" idx="0"/>
            <a:endCxn id="16" idx="2"/>
          </p:cNvCxnSpPr>
          <p:nvPr/>
        </p:nvCxnSpPr>
        <p:spPr>
          <a:xfrm flipV="1">
            <a:off x="2235119" y="4015407"/>
            <a:ext cx="13716" cy="518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1C12B0-4E0B-0F08-CD51-AE4F9E0FCB8C}"/>
              </a:ext>
            </a:extLst>
          </p:cNvPr>
          <p:cNvCxnSpPr>
            <a:cxnSpLocks/>
          </p:cNvCxnSpPr>
          <p:nvPr/>
        </p:nvCxnSpPr>
        <p:spPr>
          <a:xfrm>
            <a:off x="2678719" y="3762813"/>
            <a:ext cx="1108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A1E9E39-888B-3B7A-97AC-2B67E0FF1578}"/>
              </a:ext>
            </a:extLst>
          </p:cNvPr>
          <p:cNvSpPr txBox="1"/>
          <p:nvPr/>
        </p:nvSpPr>
        <p:spPr>
          <a:xfrm>
            <a:off x="3005046" y="3461257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Counter</a:t>
            </a:r>
          </a:p>
        </p:txBody>
      </p:sp>
      <p:cxnSp>
        <p:nvCxnSpPr>
          <p:cNvPr id="36" name="Straight Arrow Connector 20">
            <a:extLst>
              <a:ext uri="{FF2B5EF4-FFF2-40B4-BE49-F238E27FC236}">
                <a16:creationId xmlns:a16="http://schemas.microsoft.com/office/drawing/2014/main" id="{5104A813-DAF3-6321-A905-BF6F66F0B6E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4918001" y="3740704"/>
            <a:ext cx="778220" cy="1605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618979C-CA1E-A2E0-4C60-A7A7CE6F6813}"/>
              </a:ext>
            </a:extLst>
          </p:cNvPr>
          <p:cNvSpPr txBox="1"/>
          <p:nvPr/>
        </p:nvSpPr>
        <p:spPr>
          <a:xfrm>
            <a:off x="5293547" y="3461257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40" name="Connector 39">
            <a:extLst>
              <a:ext uri="{FF2B5EF4-FFF2-40B4-BE49-F238E27FC236}">
                <a16:creationId xmlns:a16="http://schemas.microsoft.com/office/drawing/2014/main" id="{00AFCBBC-68B6-8878-C523-87FDB39388EC}"/>
              </a:ext>
            </a:extLst>
          </p:cNvPr>
          <p:cNvSpPr/>
          <p:nvPr/>
        </p:nvSpPr>
        <p:spPr>
          <a:xfrm>
            <a:off x="2520808" y="8372412"/>
            <a:ext cx="879351" cy="899410"/>
          </a:xfrm>
          <a:prstGeom prst="flowChartConnector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54FF17D-61B2-A6AB-D469-EB614F855508}"/>
              </a:ext>
            </a:extLst>
          </p:cNvPr>
          <p:cNvCxnSpPr>
            <a:cxnSpLocks/>
            <a:stCxn id="29" idx="2"/>
            <a:endCxn id="40" idx="0"/>
          </p:cNvCxnSpPr>
          <p:nvPr/>
        </p:nvCxnSpPr>
        <p:spPr>
          <a:xfrm>
            <a:off x="888103" y="6844479"/>
            <a:ext cx="2072381" cy="152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105457-240B-0C81-50F9-2FC30B63426F}"/>
              </a:ext>
            </a:extLst>
          </p:cNvPr>
          <p:cNvSpPr txBox="1"/>
          <p:nvPr/>
        </p:nvSpPr>
        <p:spPr>
          <a:xfrm>
            <a:off x="4333149" y="3066499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46" name="Process 45">
            <a:extLst>
              <a:ext uri="{FF2B5EF4-FFF2-40B4-BE49-F238E27FC236}">
                <a16:creationId xmlns:a16="http://schemas.microsoft.com/office/drawing/2014/main" id="{7F99B820-68EB-98D9-522E-CA661CC53B28}"/>
              </a:ext>
            </a:extLst>
          </p:cNvPr>
          <p:cNvSpPr/>
          <p:nvPr/>
        </p:nvSpPr>
        <p:spPr>
          <a:xfrm>
            <a:off x="5304071" y="5799003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Counter = counter +1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0C4EADC-2886-4FBA-2353-7EEFBE80F762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5642576" y="4420330"/>
            <a:ext cx="53607" cy="56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Process 55">
            <a:extLst>
              <a:ext uri="{FF2B5EF4-FFF2-40B4-BE49-F238E27FC236}">
                <a16:creationId xmlns:a16="http://schemas.microsoft.com/office/drawing/2014/main" id="{90C701D2-E71C-21CE-7A5D-5964BB06C329}"/>
              </a:ext>
            </a:extLst>
          </p:cNvPr>
          <p:cNvSpPr/>
          <p:nvPr/>
        </p:nvSpPr>
        <p:spPr>
          <a:xfrm>
            <a:off x="5227372" y="4983332"/>
            <a:ext cx="830408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/>
              <a:t>Sum= Sum + Number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D7EA4E-459D-F7CE-51DD-33EF26FCC4A5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5660274" y="5498412"/>
            <a:ext cx="5395" cy="300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20">
            <a:extLst>
              <a:ext uri="{FF2B5EF4-FFF2-40B4-BE49-F238E27FC236}">
                <a16:creationId xmlns:a16="http://schemas.microsoft.com/office/drawing/2014/main" id="{E9EDBDF9-FA89-2892-4548-7BD83EC7E16C}"/>
              </a:ext>
            </a:extLst>
          </p:cNvPr>
          <p:cNvCxnSpPr>
            <a:cxnSpLocks/>
            <a:stCxn id="22" idx="0"/>
            <a:endCxn id="29" idx="0"/>
          </p:cNvCxnSpPr>
          <p:nvPr/>
        </p:nvCxnSpPr>
        <p:spPr>
          <a:xfrm rot="16200000" flipH="1" flipV="1">
            <a:off x="1275630" y="2944996"/>
            <a:ext cx="2710408" cy="3485462"/>
          </a:xfrm>
          <a:prstGeom prst="bentConnector3">
            <a:avLst>
              <a:gd name="adj1" fmla="val -84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20">
            <a:extLst>
              <a:ext uri="{FF2B5EF4-FFF2-40B4-BE49-F238E27FC236}">
                <a16:creationId xmlns:a16="http://schemas.microsoft.com/office/drawing/2014/main" id="{E1168D2C-ED2D-31C9-DF7E-322A1DF24A9D}"/>
              </a:ext>
            </a:extLst>
          </p:cNvPr>
          <p:cNvCxnSpPr>
            <a:cxnSpLocks/>
            <a:stCxn id="46" idx="1"/>
            <a:endCxn id="22" idx="2"/>
          </p:cNvCxnSpPr>
          <p:nvPr/>
        </p:nvCxnSpPr>
        <p:spPr>
          <a:xfrm rot="10800000">
            <a:off x="4373565" y="4148886"/>
            <a:ext cx="930506" cy="18940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29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FC0E-268E-F484-CBB1-7801A2B2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07511C-2D6B-F4CE-6FDE-FA638DF62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17"/>
            <a:ext cx="6858000" cy="1690688"/>
          </a:xfrm>
          <a:prstGeom prst="rect">
            <a:avLst/>
          </a:prstGeom>
        </p:spPr>
      </p:pic>
      <p:sp>
        <p:nvSpPr>
          <p:cNvPr id="4" name="Process 3">
            <a:extLst>
              <a:ext uri="{FF2B5EF4-FFF2-40B4-BE49-F238E27FC236}">
                <a16:creationId xmlns:a16="http://schemas.microsoft.com/office/drawing/2014/main" id="{B63DC750-982C-A695-D1D3-F35DD6FCFFAB}"/>
              </a:ext>
            </a:extLst>
          </p:cNvPr>
          <p:cNvSpPr/>
          <p:nvPr/>
        </p:nvSpPr>
        <p:spPr>
          <a:xfrm>
            <a:off x="1861670" y="3492826"/>
            <a:ext cx="774329" cy="522581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Counter = 1</a:t>
            </a:r>
          </a:p>
        </p:txBody>
      </p:sp>
      <p:sp>
        <p:nvSpPr>
          <p:cNvPr id="9" name="Decision 8">
            <a:extLst>
              <a:ext uri="{FF2B5EF4-FFF2-40B4-BE49-F238E27FC236}">
                <a16:creationId xmlns:a16="http://schemas.microsoft.com/office/drawing/2014/main" id="{07A55C84-C8EF-B0BD-D0C8-0D6B459DCD4A}"/>
              </a:ext>
            </a:extLst>
          </p:cNvPr>
          <p:cNvSpPr/>
          <p:nvPr/>
        </p:nvSpPr>
        <p:spPr>
          <a:xfrm>
            <a:off x="3829129" y="3332523"/>
            <a:ext cx="1088872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</a:rPr>
              <a:t>Counter &lt;=100</a:t>
            </a:r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D0E37668-6C4A-4B39-B719-6DDF0AE52B62}"/>
              </a:ext>
            </a:extLst>
          </p:cNvPr>
          <p:cNvSpPr/>
          <p:nvPr/>
        </p:nvSpPr>
        <p:spPr>
          <a:xfrm>
            <a:off x="5157656" y="3901252"/>
            <a:ext cx="1077130" cy="527537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Number</a:t>
            </a:r>
            <a:endParaRPr lang="en-US" sz="1000" dirty="0">
              <a:solidFill>
                <a:schemeClr val="dk1"/>
              </a:solidFill>
            </a:endParaRP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3D8097C6-0DED-9CB5-A153-920CE070009E}"/>
              </a:ext>
            </a:extLst>
          </p:cNvPr>
          <p:cNvSpPr/>
          <p:nvPr/>
        </p:nvSpPr>
        <p:spPr>
          <a:xfrm>
            <a:off x="255352" y="3287050"/>
            <a:ext cx="879351" cy="8994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Start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7" name="Document 16">
            <a:extLst>
              <a:ext uri="{FF2B5EF4-FFF2-40B4-BE49-F238E27FC236}">
                <a16:creationId xmlns:a16="http://schemas.microsoft.com/office/drawing/2014/main" id="{1F568106-5C6B-42F2-A832-82C25A192AD8}"/>
              </a:ext>
            </a:extLst>
          </p:cNvPr>
          <p:cNvSpPr/>
          <p:nvPr/>
        </p:nvSpPr>
        <p:spPr>
          <a:xfrm>
            <a:off x="1134703" y="4465112"/>
            <a:ext cx="1078543" cy="858291"/>
          </a:xfrm>
          <a:prstGeom prst="flowChartDocumen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dk1"/>
                </a:solidFill>
              </a:rPr>
              <a:t>Print </a:t>
            </a:r>
            <a:r>
              <a:rPr lang="en-US" sz="900" dirty="0"/>
              <a:t>Biggest_Number</a:t>
            </a:r>
            <a:endParaRPr lang="en-US" sz="900" dirty="0">
              <a:solidFill>
                <a:schemeClr val="dk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D7C710-EF47-F9B0-9C13-D841BF6D9BD4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1134703" y="3736755"/>
            <a:ext cx="6219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5C10F8-E877-EFAE-B4B5-38AFB88DF2D6}"/>
              </a:ext>
            </a:extLst>
          </p:cNvPr>
          <p:cNvCxnSpPr>
            <a:cxnSpLocks/>
          </p:cNvCxnSpPr>
          <p:nvPr/>
        </p:nvCxnSpPr>
        <p:spPr>
          <a:xfrm>
            <a:off x="2678719" y="3762813"/>
            <a:ext cx="1108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03B2833-0D9C-B0AF-6935-76FC604CAA16}"/>
              </a:ext>
            </a:extLst>
          </p:cNvPr>
          <p:cNvSpPr txBox="1"/>
          <p:nvPr/>
        </p:nvSpPr>
        <p:spPr>
          <a:xfrm>
            <a:off x="2816556" y="3475144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Counter</a:t>
            </a:r>
          </a:p>
        </p:txBody>
      </p:sp>
      <p:cxnSp>
        <p:nvCxnSpPr>
          <p:cNvPr id="23" name="Straight Arrow Connector 20">
            <a:extLst>
              <a:ext uri="{FF2B5EF4-FFF2-40B4-BE49-F238E27FC236}">
                <a16:creationId xmlns:a16="http://schemas.microsoft.com/office/drawing/2014/main" id="{E5A4146F-3170-F132-3449-72D16A989DB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918001" y="3740704"/>
            <a:ext cx="778220" cy="1605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3579DC-1752-15B2-E7BD-17429829D821}"/>
              </a:ext>
            </a:extLst>
          </p:cNvPr>
          <p:cNvSpPr txBox="1"/>
          <p:nvPr/>
        </p:nvSpPr>
        <p:spPr>
          <a:xfrm>
            <a:off x="5293547" y="3461257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25" name="Connector 24">
            <a:extLst>
              <a:ext uri="{FF2B5EF4-FFF2-40B4-BE49-F238E27FC236}">
                <a16:creationId xmlns:a16="http://schemas.microsoft.com/office/drawing/2014/main" id="{D410E713-0858-E444-325C-67DACDAB4CBA}"/>
              </a:ext>
            </a:extLst>
          </p:cNvPr>
          <p:cNvSpPr/>
          <p:nvPr/>
        </p:nvSpPr>
        <p:spPr>
          <a:xfrm>
            <a:off x="1234298" y="8517833"/>
            <a:ext cx="879351" cy="8994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</a:rPr>
              <a:t>End</a:t>
            </a:r>
            <a:endParaRPr lang="en-US" dirty="0">
              <a:solidFill>
                <a:schemeClr val="dk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F2966D-00D7-0738-2B26-E366A503C55D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 flipH="1">
            <a:off x="1673974" y="5266660"/>
            <a:ext cx="1" cy="3251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3CEC01D-56FD-832C-5F50-C03CA5677F2C}"/>
              </a:ext>
            </a:extLst>
          </p:cNvPr>
          <p:cNvSpPr txBox="1"/>
          <p:nvPr/>
        </p:nvSpPr>
        <p:spPr>
          <a:xfrm>
            <a:off x="3247700" y="4448370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09BF6F6D-837F-C930-5E4C-DADB82500392}"/>
              </a:ext>
            </a:extLst>
          </p:cNvPr>
          <p:cNvSpPr/>
          <p:nvPr/>
        </p:nvSpPr>
        <p:spPr>
          <a:xfrm>
            <a:off x="5334585" y="8456274"/>
            <a:ext cx="723195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/>
              <a:t>Counter = counter +1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7B61EA3-1D7C-3814-D2F9-4C50BC4CCD11}"/>
              </a:ext>
            </a:extLst>
          </p:cNvPr>
          <p:cNvCxnSpPr>
            <a:cxnSpLocks/>
          </p:cNvCxnSpPr>
          <p:nvPr/>
        </p:nvCxnSpPr>
        <p:spPr>
          <a:xfrm flipH="1">
            <a:off x="5676679" y="4420330"/>
            <a:ext cx="19504" cy="418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Decision 31">
            <a:extLst>
              <a:ext uri="{FF2B5EF4-FFF2-40B4-BE49-F238E27FC236}">
                <a16:creationId xmlns:a16="http://schemas.microsoft.com/office/drawing/2014/main" id="{64274208-FF44-0B7E-204E-CC5CD8111883}"/>
              </a:ext>
            </a:extLst>
          </p:cNvPr>
          <p:cNvSpPr/>
          <p:nvPr/>
        </p:nvSpPr>
        <p:spPr>
          <a:xfrm>
            <a:off x="5151747" y="4865713"/>
            <a:ext cx="1088872" cy="816362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dk1"/>
                </a:solidFill>
              </a:rPr>
              <a:t>IS</a:t>
            </a:r>
            <a:r>
              <a:rPr lang="en-US" sz="800" dirty="0">
                <a:solidFill>
                  <a:schemeClr val="dk1"/>
                </a:solidFill>
              </a:rPr>
              <a:t> Counter=1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50A28C-2808-7B3C-7854-C2A7AF666700}"/>
              </a:ext>
            </a:extLst>
          </p:cNvPr>
          <p:cNvSpPr txBox="1"/>
          <p:nvPr/>
        </p:nvSpPr>
        <p:spPr>
          <a:xfrm>
            <a:off x="5767773" y="5749262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7E1594-7974-524F-DC12-9EEBCF101C91}"/>
              </a:ext>
            </a:extLst>
          </p:cNvPr>
          <p:cNvCxnSpPr>
            <a:cxnSpLocks/>
          </p:cNvCxnSpPr>
          <p:nvPr/>
        </p:nvCxnSpPr>
        <p:spPr>
          <a:xfrm>
            <a:off x="5696183" y="5709546"/>
            <a:ext cx="0" cy="48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Process 35">
            <a:extLst>
              <a:ext uri="{FF2B5EF4-FFF2-40B4-BE49-F238E27FC236}">
                <a16:creationId xmlns:a16="http://schemas.microsoft.com/office/drawing/2014/main" id="{FD752B79-6369-A078-EB40-056FF144AEA8}"/>
              </a:ext>
            </a:extLst>
          </p:cNvPr>
          <p:cNvSpPr/>
          <p:nvPr/>
        </p:nvSpPr>
        <p:spPr>
          <a:xfrm>
            <a:off x="3970891" y="6316446"/>
            <a:ext cx="761274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 dirty="0" err="1"/>
              <a:t>Biggest_Number</a:t>
            </a:r>
            <a:r>
              <a:rPr lang="en-US" sz="600" dirty="0"/>
              <a:t> </a:t>
            </a:r>
          </a:p>
          <a:p>
            <a:pPr algn="ctr"/>
            <a:r>
              <a:rPr lang="en-US" sz="600" dirty="0"/>
              <a:t>= Number</a:t>
            </a:r>
          </a:p>
        </p:txBody>
      </p:sp>
      <p:cxnSp>
        <p:nvCxnSpPr>
          <p:cNvPr id="37" name="Straight Arrow Connector 20">
            <a:extLst>
              <a:ext uri="{FF2B5EF4-FFF2-40B4-BE49-F238E27FC236}">
                <a16:creationId xmlns:a16="http://schemas.microsoft.com/office/drawing/2014/main" id="{DA3618A3-8657-6733-3769-21D34DEA6BA3}"/>
              </a:ext>
            </a:extLst>
          </p:cNvPr>
          <p:cNvCxnSpPr>
            <a:cxnSpLocks/>
            <a:stCxn id="32" idx="1"/>
            <a:endCxn id="36" idx="0"/>
          </p:cNvCxnSpPr>
          <p:nvPr/>
        </p:nvCxnSpPr>
        <p:spPr>
          <a:xfrm rot="10800000" flipV="1">
            <a:off x="4351529" y="5273894"/>
            <a:ext cx="800219" cy="10425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E78C3A2-41C6-C233-F700-0CF4516A31E1}"/>
              </a:ext>
            </a:extLst>
          </p:cNvPr>
          <p:cNvSpPr txBox="1"/>
          <p:nvPr/>
        </p:nvSpPr>
        <p:spPr>
          <a:xfrm>
            <a:off x="4306858" y="5606426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sp>
        <p:nvSpPr>
          <p:cNvPr id="39" name="Decision 38">
            <a:extLst>
              <a:ext uri="{FF2B5EF4-FFF2-40B4-BE49-F238E27FC236}">
                <a16:creationId xmlns:a16="http://schemas.microsoft.com/office/drawing/2014/main" id="{E20E863B-9B08-EC67-2018-7BEE1C01459C}"/>
              </a:ext>
            </a:extLst>
          </p:cNvPr>
          <p:cNvSpPr/>
          <p:nvPr/>
        </p:nvSpPr>
        <p:spPr>
          <a:xfrm>
            <a:off x="5112802" y="6221324"/>
            <a:ext cx="1121984" cy="884846"/>
          </a:xfrm>
          <a:prstGeom prst="flowChartDecision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dk1"/>
                </a:solidFill>
              </a:rPr>
              <a:t>IS</a:t>
            </a:r>
            <a:r>
              <a:rPr lang="en-US" sz="700" dirty="0">
                <a:solidFill>
                  <a:schemeClr val="dk1"/>
                </a:solidFill>
              </a:rPr>
              <a:t> </a:t>
            </a:r>
            <a:r>
              <a:rPr lang="en-US" sz="700" dirty="0"/>
              <a:t>Biggest_Number </a:t>
            </a:r>
          </a:p>
          <a:p>
            <a:pPr algn="ctr"/>
            <a:r>
              <a:rPr lang="en-US" sz="700" dirty="0">
                <a:solidFill>
                  <a:schemeClr val="dk1"/>
                </a:solidFill>
              </a:rPr>
              <a:t>&lt; Number?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60D9E2A-71EB-F1F2-E603-217F12C5DBA8}"/>
              </a:ext>
            </a:extLst>
          </p:cNvPr>
          <p:cNvCxnSpPr>
            <a:cxnSpLocks/>
          </p:cNvCxnSpPr>
          <p:nvPr/>
        </p:nvCxnSpPr>
        <p:spPr>
          <a:xfrm>
            <a:off x="5676679" y="7106170"/>
            <a:ext cx="0" cy="48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Process 40">
            <a:extLst>
              <a:ext uri="{FF2B5EF4-FFF2-40B4-BE49-F238E27FC236}">
                <a16:creationId xmlns:a16="http://schemas.microsoft.com/office/drawing/2014/main" id="{73A9EBF5-9123-7DD9-B169-2537B8192800}"/>
              </a:ext>
            </a:extLst>
          </p:cNvPr>
          <p:cNvSpPr/>
          <p:nvPr/>
        </p:nvSpPr>
        <p:spPr>
          <a:xfrm>
            <a:off x="5299965" y="7612402"/>
            <a:ext cx="830408" cy="487857"/>
          </a:xfrm>
          <a:prstGeom prst="flowChartProcess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 err="1"/>
              <a:t>Biggest_Number</a:t>
            </a:r>
            <a:r>
              <a:rPr lang="en-US" sz="700" dirty="0"/>
              <a:t> </a:t>
            </a:r>
          </a:p>
          <a:p>
            <a:pPr algn="ctr"/>
            <a:r>
              <a:rPr lang="en-US" sz="700" dirty="0"/>
              <a:t>= Number</a:t>
            </a:r>
          </a:p>
        </p:txBody>
      </p:sp>
      <p:cxnSp>
        <p:nvCxnSpPr>
          <p:cNvPr id="42" name="Straight Arrow Connector 20">
            <a:extLst>
              <a:ext uri="{FF2B5EF4-FFF2-40B4-BE49-F238E27FC236}">
                <a16:creationId xmlns:a16="http://schemas.microsoft.com/office/drawing/2014/main" id="{4A2B540E-D28C-FE7A-99F6-DA334E8695D5}"/>
              </a:ext>
            </a:extLst>
          </p:cNvPr>
          <p:cNvCxnSpPr>
            <a:cxnSpLocks/>
            <a:stCxn id="30" idx="3"/>
            <a:endCxn id="32" idx="3"/>
          </p:cNvCxnSpPr>
          <p:nvPr/>
        </p:nvCxnSpPr>
        <p:spPr>
          <a:xfrm flipV="1">
            <a:off x="6057780" y="5273894"/>
            <a:ext cx="182839" cy="3426309"/>
          </a:xfrm>
          <a:prstGeom prst="bentConnector3">
            <a:avLst>
              <a:gd name="adj1" fmla="val 2250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20">
            <a:extLst>
              <a:ext uri="{FF2B5EF4-FFF2-40B4-BE49-F238E27FC236}">
                <a16:creationId xmlns:a16="http://schemas.microsoft.com/office/drawing/2014/main" id="{198EFF16-490D-2656-6588-424F657ECE4C}"/>
              </a:ext>
            </a:extLst>
          </p:cNvPr>
          <p:cNvCxnSpPr>
            <a:cxnSpLocks/>
            <a:stCxn id="36" idx="2"/>
            <a:endCxn id="30" idx="1"/>
          </p:cNvCxnSpPr>
          <p:nvPr/>
        </p:nvCxnSpPr>
        <p:spPr>
          <a:xfrm rot="16200000" flipH="1">
            <a:off x="3895106" y="7260724"/>
            <a:ext cx="1895900" cy="9830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33EFFF-D711-478E-9ADF-4E86042804C9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690788" y="8155683"/>
            <a:ext cx="5395" cy="300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4F830BF-EFE2-0F6E-D6AC-495B858565F1}"/>
              </a:ext>
            </a:extLst>
          </p:cNvPr>
          <p:cNvSpPr txBox="1"/>
          <p:nvPr/>
        </p:nvSpPr>
        <p:spPr>
          <a:xfrm>
            <a:off x="5624592" y="7193304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Yes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A81AE4-A511-E925-86EC-7CB4E175B498}"/>
              </a:ext>
            </a:extLst>
          </p:cNvPr>
          <p:cNvCxnSpPr>
            <a:cxnSpLocks/>
          </p:cNvCxnSpPr>
          <p:nvPr/>
        </p:nvCxnSpPr>
        <p:spPr>
          <a:xfrm>
            <a:off x="4875611" y="8517833"/>
            <a:ext cx="458974" cy="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D51C6EB-C220-EBFC-7CF1-C30C866762C9}"/>
              </a:ext>
            </a:extLst>
          </p:cNvPr>
          <p:cNvSpPr txBox="1"/>
          <p:nvPr/>
        </p:nvSpPr>
        <p:spPr>
          <a:xfrm>
            <a:off x="4843056" y="6398152"/>
            <a:ext cx="3626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ighlight>
                  <a:srgbClr val="C0C0C0"/>
                </a:highlight>
              </a:rPr>
              <a:t>No</a:t>
            </a:r>
          </a:p>
        </p:txBody>
      </p:sp>
      <p:cxnSp>
        <p:nvCxnSpPr>
          <p:cNvPr id="48" name="Straight Arrow Connector 20">
            <a:extLst>
              <a:ext uri="{FF2B5EF4-FFF2-40B4-BE49-F238E27FC236}">
                <a16:creationId xmlns:a16="http://schemas.microsoft.com/office/drawing/2014/main" id="{8684D3D8-E375-C952-9674-6DD2C1379E28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2265869" y="3740704"/>
            <a:ext cx="1563260" cy="1183106"/>
          </a:xfrm>
          <a:prstGeom prst="bentConnector3">
            <a:avLst>
              <a:gd name="adj1" fmla="val -2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99">
            <a:extLst>
              <a:ext uri="{FF2B5EF4-FFF2-40B4-BE49-F238E27FC236}">
                <a16:creationId xmlns:a16="http://schemas.microsoft.com/office/drawing/2014/main" id="{24DFE380-9DD3-6255-8616-52876E086E37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 flipV="1">
            <a:off x="4875612" y="6663746"/>
            <a:ext cx="237190" cy="1859057"/>
          </a:xfrm>
          <a:prstGeom prst="bentConnector2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99">
            <a:extLst>
              <a:ext uri="{FF2B5EF4-FFF2-40B4-BE49-F238E27FC236}">
                <a16:creationId xmlns:a16="http://schemas.microsoft.com/office/drawing/2014/main" id="{6B67E27C-3BCC-CA1A-D2E0-B4E49C0D45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99757" y="8870671"/>
            <a:ext cx="1825445" cy="1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99">
            <a:extLst>
              <a:ext uri="{FF2B5EF4-FFF2-40B4-BE49-F238E27FC236}">
                <a16:creationId xmlns:a16="http://schemas.microsoft.com/office/drawing/2014/main" id="{3504030C-ECE1-6516-10EC-F523EE136724}"/>
              </a:ext>
            </a:extLst>
          </p:cNvPr>
          <p:cNvCxnSpPr>
            <a:cxnSpLocks/>
          </p:cNvCxnSpPr>
          <p:nvPr/>
        </p:nvCxnSpPr>
        <p:spPr>
          <a:xfrm rot="5400000">
            <a:off x="1621890" y="6976947"/>
            <a:ext cx="3786808" cy="645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99">
            <a:extLst>
              <a:ext uri="{FF2B5EF4-FFF2-40B4-BE49-F238E27FC236}">
                <a16:creationId xmlns:a16="http://schemas.microsoft.com/office/drawing/2014/main" id="{1AAF6662-9DB1-86F3-C3A7-D976939EA2FE}"/>
              </a:ext>
            </a:extLst>
          </p:cNvPr>
          <p:cNvCxnSpPr>
            <a:cxnSpLocks/>
          </p:cNvCxnSpPr>
          <p:nvPr/>
        </p:nvCxnSpPr>
        <p:spPr>
          <a:xfrm flipV="1">
            <a:off x="3514970" y="5020217"/>
            <a:ext cx="845535" cy="63648"/>
          </a:xfrm>
          <a:prstGeom prst="bentConnector3">
            <a:avLst>
              <a:gd name="adj1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96F341-F4FD-E84E-2585-1337BCEEB22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360506" y="4148885"/>
            <a:ext cx="13059" cy="87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25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4601</TotalTime>
  <Words>223</Words>
  <Application>Microsoft Macintosh PowerPoint</Application>
  <PresentationFormat>Widescreen</PresentationFormat>
  <Paragraphs>96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26</cp:revision>
  <dcterms:created xsi:type="dcterms:W3CDTF">2026-03-13T18:36:32Z</dcterms:created>
  <dcterms:modified xsi:type="dcterms:W3CDTF">2026-03-22T16:13:57Z</dcterms:modified>
</cp:coreProperties>
</file>