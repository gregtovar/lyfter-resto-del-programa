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1" r:id="rId2"/>
    <p:sldId id="259" r:id="rId3"/>
    <p:sldId id="260" r:id="rId4"/>
    <p:sldId id="262" r:id="rId5"/>
    <p:sldId id="263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4"/>
    <p:restoredTop sz="94696"/>
  </p:normalViewPr>
  <p:slideViewPr>
    <p:cSldViewPr snapToGrid="0">
      <p:cViewPr>
        <p:scale>
          <a:sx n="170" d="100"/>
          <a:sy n="170" d="100"/>
        </p:scale>
        <p:origin x="2832" y="-3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41D60-0B7E-AF4F-99C4-4B13F9BD29D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478F4-4427-B046-A29C-A78511A8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40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55C6-5304-BB11-F7E4-B0BAA7E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094C9-9491-4142-58EC-6664F6517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0F588-F13C-B50A-A015-11B9D3D60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E801-016B-9D9B-766D-B5030474F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F6EC-6540-BD82-D624-99BF0849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44CFF8-31C5-F586-3701-4DE4AA27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8" y="0"/>
            <a:ext cx="5846164" cy="2673745"/>
          </a:xfrm>
          <a:prstGeom prst="rect">
            <a:avLst/>
          </a:prstGeom>
        </p:spPr>
      </p:pic>
      <p:sp>
        <p:nvSpPr>
          <p:cNvPr id="3" name="Process 2">
            <a:extLst>
              <a:ext uri="{FF2B5EF4-FFF2-40B4-BE49-F238E27FC236}">
                <a16:creationId xmlns:a16="http://schemas.microsoft.com/office/drawing/2014/main" id="{3C78C3FB-5FD0-BEC0-C063-99FC2FD8F206}"/>
              </a:ext>
            </a:extLst>
          </p:cNvPr>
          <p:cNvSpPr/>
          <p:nvPr/>
        </p:nvSpPr>
        <p:spPr>
          <a:xfrm>
            <a:off x="5021072" y="5125320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Discount=0.02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05BE4A0C-FF6D-86BD-1F8E-DFE8B791BAD7}"/>
              </a:ext>
            </a:extLst>
          </p:cNvPr>
          <p:cNvSpPr/>
          <p:nvPr/>
        </p:nvSpPr>
        <p:spPr>
          <a:xfrm>
            <a:off x="4896613" y="3277774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Price &gt;100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7A877147-502E-BF80-2D27-37BE8BF96557}"/>
              </a:ext>
            </a:extLst>
          </p:cNvPr>
          <p:cNvSpPr/>
          <p:nvPr/>
        </p:nvSpPr>
        <p:spPr>
          <a:xfrm>
            <a:off x="2702078" y="3277774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price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782CAF3-611A-FE91-B2A9-6F053BB1FED4}"/>
              </a:ext>
            </a:extLst>
          </p:cNvPr>
          <p:cNvSpPr/>
          <p:nvPr/>
        </p:nvSpPr>
        <p:spPr>
          <a:xfrm>
            <a:off x="661752" y="3236250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611EEFEF-FAC3-2E56-ADE9-B70D70DC9E74}"/>
              </a:ext>
            </a:extLst>
          </p:cNvPr>
          <p:cNvSpPr/>
          <p:nvPr/>
        </p:nvSpPr>
        <p:spPr>
          <a:xfrm>
            <a:off x="3399617" y="7923876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Final Discounted price</a:t>
            </a:r>
            <a:r>
              <a:rPr lang="en-US" sz="900" dirty="0">
                <a:solidFill>
                  <a:schemeClr val="dk1"/>
                </a:solidFill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C6D8BF-9219-D332-D5BF-32E8A89C6760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1541103" y="3685955"/>
            <a:ext cx="1285393" cy="4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91B6F8-EF32-F5A2-6E9B-AC7370A5D72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819484" y="3685955"/>
            <a:ext cx="1077129" cy="2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894104-4CB7-936B-CBFD-FF1CF3ED6B64}"/>
              </a:ext>
            </a:extLst>
          </p:cNvPr>
          <p:cNvSpPr txBox="1"/>
          <p:nvPr/>
        </p:nvSpPr>
        <p:spPr>
          <a:xfrm>
            <a:off x="4076150" y="3396996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Price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EDA626DB-47F1-72D9-393E-9BC5E28B40D1}"/>
              </a:ext>
            </a:extLst>
          </p:cNvPr>
          <p:cNvSpPr/>
          <p:nvPr/>
        </p:nvSpPr>
        <p:spPr>
          <a:xfrm>
            <a:off x="5678144" y="4487764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Discount=0.10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4C200A-9801-1F32-378C-D7EA02720904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5382670" y="4094136"/>
            <a:ext cx="0" cy="103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A03048-0382-09F0-9987-1E1A94AE2298}"/>
              </a:ext>
            </a:extLst>
          </p:cNvPr>
          <p:cNvCxnSpPr>
            <a:cxnSpLocks/>
            <a:stCxn id="4" idx="3"/>
            <a:endCxn id="17" idx="0"/>
          </p:cNvCxnSpPr>
          <p:nvPr/>
        </p:nvCxnSpPr>
        <p:spPr>
          <a:xfrm>
            <a:off x="5868727" y="3685955"/>
            <a:ext cx="171015" cy="8018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8DB806-FB6E-2859-BF28-3223CAFE8308}"/>
              </a:ext>
            </a:extLst>
          </p:cNvPr>
          <p:cNvSpPr txBox="1"/>
          <p:nvPr/>
        </p:nvSpPr>
        <p:spPr>
          <a:xfrm>
            <a:off x="5874156" y="3898535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D85B2A-F829-5D7D-AA06-247B5196C3E5}"/>
              </a:ext>
            </a:extLst>
          </p:cNvPr>
          <p:cNvSpPr txBox="1"/>
          <p:nvPr/>
        </p:nvSpPr>
        <p:spPr>
          <a:xfrm>
            <a:off x="5072848" y="4567360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281DC308-BC0D-59C6-2654-B9EDD91DED69}"/>
              </a:ext>
            </a:extLst>
          </p:cNvPr>
          <p:cNvSpPr/>
          <p:nvPr/>
        </p:nvSpPr>
        <p:spPr>
          <a:xfrm>
            <a:off x="5324401" y="6521910"/>
            <a:ext cx="839732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Discounted price = (price*Discount)</a:t>
            </a: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3515732E-F579-F4AC-8AF8-3EB6B061CED3}"/>
              </a:ext>
            </a:extLst>
          </p:cNvPr>
          <p:cNvSpPr/>
          <p:nvPr/>
        </p:nvSpPr>
        <p:spPr>
          <a:xfrm>
            <a:off x="5374189" y="7923876"/>
            <a:ext cx="839732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Final Discounted price = price- Discounted price </a:t>
            </a:r>
          </a:p>
        </p:txBody>
      </p:sp>
      <p:sp>
        <p:nvSpPr>
          <p:cNvPr id="29" name="Connector 28">
            <a:extLst>
              <a:ext uri="{FF2B5EF4-FFF2-40B4-BE49-F238E27FC236}">
                <a16:creationId xmlns:a16="http://schemas.microsoft.com/office/drawing/2014/main" id="{6A627381-EA47-8523-E0A4-B5A4E8F6D3FA}"/>
              </a:ext>
            </a:extLst>
          </p:cNvPr>
          <p:cNvSpPr/>
          <p:nvPr/>
        </p:nvSpPr>
        <p:spPr>
          <a:xfrm>
            <a:off x="872027" y="7759987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91F979-1BCF-9D1D-577B-AC5E4EF129B9}"/>
              </a:ext>
            </a:extLst>
          </p:cNvPr>
          <p:cNvCxnSpPr>
            <a:cxnSpLocks/>
          </p:cNvCxnSpPr>
          <p:nvPr/>
        </p:nvCxnSpPr>
        <p:spPr>
          <a:xfrm>
            <a:off x="5374189" y="5607801"/>
            <a:ext cx="0" cy="91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686B83-16C3-40B2-D2A5-B30106DC58C7}"/>
              </a:ext>
            </a:extLst>
          </p:cNvPr>
          <p:cNvCxnSpPr>
            <a:cxnSpLocks/>
          </p:cNvCxnSpPr>
          <p:nvPr/>
        </p:nvCxnSpPr>
        <p:spPr>
          <a:xfrm>
            <a:off x="6039741" y="4975621"/>
            <a:ext cx="0" cy="154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C0366C-5FF7-FAD3-8C16-AC3C67F87E9C}"/>
              </a:ext>
            </a:extLst>
          </p:cNvPr>
          <p:cNvCxnSpPr>
            <a:cxnSpLocks/>
          </p:cNvCxnSpPr>
          <p:nvPr/>
        </p:nvCxnSpPr>
        <p:spPr>
          <a:xfrm>
            <a:off x="5744451" y="7009767"/>
            <a:ext cx="0" cy="91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48952B-A340-D492-14EC-F2A0187A4F91}"/>
              </a:ext>
            </a:extLst>
          </p:cNvPr>
          <p:cNvCxnSpPr>
            <a:cxnSpLocks/>
            <a:stCxn id="28" idx="1"/>
            <a:endCxn id="7" idx="3"/>
          </p:cNvCxnSpPr>
          <p:nvPr/>
        </p:nvCxnSpPr>
        <p:spPr>
          <a:xfrm flipH="1">
            <a:off x="4239350" y="8167805"/>
            <a:ext cx="1134839" cy="8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4CDB46-AAAA-AFE3-64D9-6449C1ABEE46}"/>
              </a:ext>
            </a:extLst>
          </p:cNvPr>
          <p:cNvCxnSpPr>
            <a:cxnSpLocks/>
            <a:stCxn id="7" idx="1"/>
            <a:endCxn id="29" idx="6"/>
          </p:cNvCxnSpPr>
          <p:nvPr/>
        </p:nvCxnSpPr>
        <p:spPr>
          <a:xfrm flipH="1" flipV="1">
            <a:off x="1751378" y="8209692"/>
            <a:ext cx="1648239" cy="4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0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ecision 4">
            <a:extLst>
              <a:ext uri="{FF2B5EF4-FFF2-40B4-BE49-F238E27FC236}">
                <a16:creationId xmlns:a16="http://schemas.microsoft.com/office/drawing/2014/main" id="{0249D1F2-3ED8-A512-2F2E-6B1B28DDADB3}"/>
              </a:ext>
            </a:extLst>
          </p:cNvPr>
          <p:cNvSpPr/>
          <p:nvPr/>
        </p:nvSpPr>
        <p:spPr>
          <a:xfrm>
            <a:off x="4883360" y="4165670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Time &gt; </a:t>
            </a:r>
            <a:r>
              <a:rPr lang="en-US" sz="800" dirty="0">
                <a:solidFill>
                  <a:schemeClr val="dk1"/>
                </a:solidFill>
              </a:rPr>
              <a:t>600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C34BC215-CF94-C636-06B5-22D4F9912502}"/>
              </a:ext>
            </a:extLst>
          </p:cNvPr>
          <p:cNvSpPr/>
          <p:nvPr/>
        </p:nvSpPr>
        <p:spPr>
          <a:xfrm>
            <a:off x="2688825" y="4165670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Time in Secs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7" name="Connector 6">
            <a:extLst>
              <a:ext uri="{FF2B5EF4-FFF2-40B4-BE49-F238E27FC236}">
                <a16:creationId xmlns:a16="http://schemas.microsoft.com/office/drawing/2014/main" id="{5E99EE5E-6EF4-CA17-A12A-6EDE255F790B}"/>
              </a:ext>
            </a:extLst>
          </p:cNvPr>
          <p:cNvSpPr/>
          <p:nvPr/>
        </p:nvSpPr>
        <p:spPr>
          <a:xfrm>
            <a:off x="648499" y="412414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CBD04F52-952E-8707-60B4-A3F3C9BC8EFF}"/>
              </a:ext>
            </a:extLst>
          </p:cNvPr>
          <p:cNvSpPr/>
          <p:nvPr/>
        </p:nvSpPr>
        <p:spPr>
          <a:xfrm>
            <a:off x="2891050" y="7693821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Missing-Secs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35D01C-6151-76B3-0CD2-C1343611143D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1527850" y="4573851"/>
            <a:ext cx="1285393" cy="4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2CEC15-8FC6-43D9-882F-05C56DF2B41D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806231" y="4573851"/>
            <a:ext cx="1077129" cy="2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F90D86-4E89-734A-E1B8-B8DC37645B54}"/>
              </a:ext>
            </a:extLst>
          </p:cNvPr>
          <p:cNvSpPr txBox="1"/>
          <p:nvPr/>
        </p:nvSpPr>
        <p:spPr>
          <a:xfrm>
            <a:off x="4062897" y="4284892"/>
            <a:ext cx="479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29AA72-7FB4-4B90-53CD-67D0D2D52F2D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155114" y="4982032"/>
            <a:ext cx="214303" cy="103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20">
            <a:extLst>
              <a:ext uri="{FF2B5EF4-FFF2-40B4-BE49-F238E27FC236}">
                <a16:creationId xmlns:a16="http://schemas.microsoft.com/office/drawing/2014/main" id="{71427F95-2ED8-3F9D-BB91-71B2A329B4D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855474" y="4573851"/>
            <a:ext cx="171015" cy="8018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00E330-80AC-775A-BBF9-1349A974124C}"/>
              </a:ext>
            </a:extLst>
          </p:cNvPr>
          <p:cNvSpPr txBox="1"/>
          <p:nvPr/>
        </p:nvSpPr>
        <p:spPr>
          <a:xfrm>
            <a:off x="5860903" y="4786431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AF3FDA-D804-5B9B-F8AA-4195ED35FBD7}"/>
              </a:ext>
            </a:extLst>
          </p:cNvPr>
          <p:cNvSpPr txBox="1"/>
          <p:nvPr/>
        </p:nvSpPr>
        <p:spPr>
          <a:xfrm>
            <a:off x="5059595" y="5455256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01CD7908-9819-F915-C32D-3397BE829F45}"/>
              </a:ext>
            </a:extLst>
          </p:cNvPr>
          <p:cNvSpPr/>
          <p:nvPr/>
        </p:nvSpPr>
        <p:spPr>
          <a:xfrm>
            <a:off x="4735247" y="768369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Missing-Secs=</a:t>
            </a:r>
          </a:p>
          <a:p>
            <a:pPr algn="ctr"/>
            <a:r>
              <a:rPr lang="en-US" sz="800" dirty="0"/>
              <a:t>600-Time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B8EB7770-F79C-639C-74A4-FEC86044221F}"/>
              </a:ext>
            </a:extLst>
          </p:cNvPr>
          <p:cNvSpPr/>
          <p:nvPr/>
        </p:nvSpPr>
        <p:spPr>
          <a:xfrm>
            <a:off x="648498" y="7571818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97568-64B6-D628-81F1-BC8E466F6AC7}"/>
              </a:ext>
            </a:extLst>
          </p:cNvPr>
          <p:cNvCxnSpPr>
            <a:cxnSpLocks/>
            <a:stCxn id="18" idx="1"/>
            <a:endCxn id="8" idx="3"/>
          </p:cNvCxnSpPr>
          <p:nvPr/>
        </p:nvCxnSpPr>
        <p:spPr>
          <a:xfrm flipH="1">
            <a:off x="3730783" y="7988716"/>
            <a:ext cx="1004464" cy="3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73E33C-9092-69DB-EC48-EC85ACCF1331}"/>
              </a:ext>
            </a:extLst>
          </p:cNvPr>
          <p:cNvCxnSpPr>
            <a:cxnSpLocks/>
            <a:stCxn id="8" idx="1"/>
            <a:endCxn id="19" idx="6"/>
          </p:cNvCxnSpPr>
          <p:nvPr/>
        </p:nvCxnSpPr>
        <p:spPr>
          <a:xfrm flipH="1" flipV="1">
            <a:off x="1527849" y="8021523"/>
            <a:ext cx="1363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A8115F2-396B-C9C1-2D67-1F3FE47C0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3" y="-39451"/>
            <a:ext cx="6104561" cy="3300985"/>
          </a:xfrm>
          <a:prstGeom prst="rect">
            <a:avLst/>
          </a:prstGeom>
        </p:spPr>
      </p:pic>
      <p:sp>
        <p:nvSpPr>
          <p:cNvPr id="26" name="Document 25">
            <a:extLst>
              <a:ext uri="{FF2B5EF4-FFF2-40B4-BE49-F238E27FC236}">
                <a16:creationId xmlns:a16="http://schemas.microsoft.com/office/drawing/2014/main" id="{2385E394-949A-2D8F-CD1C-361932F247DF}"/>
              </a:ext>
            </a:extLst>
          </p:cNvPr>
          <p:cNvSpPr/>
          <p:nvPr/>
        </p:nvSpPr>
        <p:spPr>
          <a:xfrm>
            <a:off x="5731013" y="542382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“Mayor”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27" name="Connector 26">
            <a:extLst>
              <a:ext uri="{FF2B5EF4-FFF2-40B4-BE49-F238E27FC236}">
                <a16:creationId xmlns:a16="http://schemas.microsoft.com/office/drawing/2014/main" id="{08127422-87AB-1992-9947-2E4C542C6CAF}"/>
              </a:ext>
            </a:extLst>
          </p:cNvPr>
          <p:cNvSpPr/>
          <p:nvPr/>
        </p:nvSpPr>
        <p:spPr>
          <a:xfrm>
            <a:off x="5855474" y="6900557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7B50AE-5905-7BDE-D757-3CBFF653202B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6150880" y="6035895"/>
            <a:ext cx="6052" cy="864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Decision 30">
            <a:extLst>
              <a:ext uri="{FF2B5EF4-FFF2-40B4-BE49-F238E27FC236}">
                <a16:creationId xmlns:a16="http://schemas.microsoft.com/office/drawing/2014/main" id="{46D3BD01-34A0-E235-E6C5-7DBF648C94B2}"/>
              </a:ext>
            </a:extLst>
          </p:cNvPr>
          <p:cNvSpPr/>
          <p:nvPr/>
        </p:nvSpPr>
        <p:spPr>
          <a:xfrm>
            <a:off x="4669057" y="6038642"/>
            <a:ext cx="97211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</a:rPr>
              <a:t>Time=600</a:t>
            </a:r>
          </a:p>
        </p:txBody>
      </p:sp>
      <p:sp>
        <p:nvSpPr>
          <p:cNvPr id="32" name="Document 31">
            <a:extLst>
              <a:ext uri="{FF2B5EF4-FFF2-40B4-BE49-F238E27FC236}">
                <a16:creationId xmlns:a16="http://schemas.microsoft.com/office/drawing/2014/main" id="{9DB90769-578A-E6CD-9516-F87268914A5E}"/>
              </a:ext>
            </a:extLst>
          </p:cNvPr>
          <p:cNvSpPr/>
          <p:nvPr/>
        </p:nvSpPr>
        <p:spPr>
          <a:xfrm>
            <a:off x="3141367" y="605009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Igual</a:t>
            </a:r>
            <a:r>
              <a:rPr lang="en-US" sz="900" dirty="0"/>
              <a:t>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33" name="Connector 32">
            <a:extLst>
              <a:ext uri="{FF2B5EF4-FFF2-40B4-BE49-F238E27FC236}">
                <a16:creationId xmlns:a16="http://schemas.microsoft.com/office/drawing/2014/main" id="{B5D0BF34-A2AC-A543-7B40-313BB7603EF2}"/>
              </a:ext>
            </a:extLst>
          </p:cNvPr>
          <p:cNvSpPr/>
          <p:nvPr/>
        </p:nvSpPr>
        <p:spPr>
          <a:xfrm>
            <a:off x="1742351" y="6014959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BCD121-F2B7-3EBE-E692-2A02D4818A2E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4062463" y="6377792"/>
            <a:ext cx="606594" cy="69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D4864F-BDEC-0F03-2991-D8568E399D4C}"/>
              </a:ext>
            </a:extLst>
          </p:cNvPr>
          <p:cNvCxnSpPr>
            <a:cxnSpLocks/>
            <a:endCxn id="33" idx="6"/>
          </p:cNvCxnSpPr>
          <p:nvPr/>
        </p:nvCxnSpPr>
        <p:spPr>
          <a:xfrm flipH="1">
            <a:off x="2345267" y="6313605"/>
            <a:ext cx="793509" cy="9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E7C255C-CBD3-652B-AC21-F3D42C040BBE}"/>
              </a:ext>
            </a:extLst>
          </p:cNvPr>
          <p:cNvSpPr txBox="1"/>
          <p:nvPr/>
        </p:nvSpPr>
        <p:spPr>
          <a:xfrm>
            <a:off x="4216615" y="6116182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0294A-E27A-5B0C-C835-492596A61EE7}"/>
              </a:ext>
            </a:extLst>
          </p:cNvPr>
          <p:cNvSpPr txBox="1"/>
          <p:nvPr/>
        </p:nvSpPr>
        <p:spPr>
          <a:xfrm>
            <a:off x="4792514" y="7024793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C211F1-32B3-E285-1BBA-1F1E816E6F87}"/>
              </a:ext>
            </a:extLst>
          </p:cNvPr>
          <p:cNvCxnSpPr>
            <a:cxnSpLocks/>
          </p:cNvCxnSpPr>
          <p:nvPr/>
        </p:nvCxnSpPr>
        <p:spPr>
          <a:xfrm>
            <a:off x="5155114" y="6880430"/>
            <a:ext cx="0" cy="77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673F-802F-7EDA-A5BB-6DD213B4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DC0E5-64AE-FA17-BF01-20227C9D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12919"/>
            <a:ext cx="6731000" cy="2451100"/>
          </a:xfrm>
          <a:prstGeom prst="rect">
            <a:avLst/>
          </a:prstGeom>
        </p:spPr>
      </p:pic>
      <p:sp>
        <p:nvSpPr>
          <p:cNvPr id="3" name="Decision 2">
            <a:extLst>
              <a:ext uri="{FF2B5EF4-FFF2-40B4-BE49-F238E27FC236}">
                <a16:creationId xmlns:a16="http://schemas.microsoft.com/office/drawing/2014/main" id="{2E2041FA-D9F2-E87F-E73F-8FD5DB6E0044}"/>
              </a:ext>
            </a:extLst>
          </p:cNvPr>
          <p:cNvSpPr/>
          <p:nvPr/>
        </p:nvSpPr>
        <p:spPr>
          <a:xfrm>
            <a:off x="4153404" y="4178699"/>
            <a:ext cx="1089324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Numero &lt; 0</a:t>
            </a:r>
          </a:p>
        </p:txBody>
      </p:sp>
      <p:sp>
        <p:nvSpPr>
          <p:cNvPr id="4" name="Data 3">
            <a:extLst>
              <a:ext uri="{FF2B5EF4-FFF2-40B4-BE49-F238E27FC236}">
                <a16:creationId xmlns:a16="http://schemas.microsoft.com/office/drawing/2014/main" id="{F1921926-3C00-F507-C65D-16CE5C1C8979}"/>
              </a:ext>
            </a:extLst>
          </p:cNvPr>
          <p:cNvSpPr/>
          <p:nvPr/>
        </p:nvSpPr>
        <p:spPr>
          <a:xfrm>
            <a:off x="2119045" y="4137175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Numero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DAC869E9-2E1A-25B5-9F85-9317B165EED7}"/>
              </a:ext>
            </a:extLst>
          </p:cNvPr>
          <p:cNvSpPr/>
          <p:nvPr/>
        </p:nvSpPr>
        <p:spPr>
          <a:xfrm>
            <a:off x="648499" y="412414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36B574B8-066C-36C6-07D9-430D1979FD5F}"/>
              </a:ext>
            </a:extLst>
          </p:cNvPr>
          <p:cNvSpPr/>
          <p:nvPr/>
        </p:nvSpPr>
        <p:spPr>
          <a:xfrm>
            <a:off x="2707475" y="7693821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“)” + </a:t>
            </a:r>
            <a:r>
              <a:rPr lang="en-US" sz="900" dirty="0"/>
              <a:t>Suma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340050-AB5F-5414-B59E-1CEB294B9333}"/>
              </a:ext>
            </a:extLst>
          </p:cNvPr>
          <p:cNvCxnSpPr>
            <a:cxnSpLocks/>
            <a:stCxn id="5" idx="6"/>
            <a:endCxn id="4" idx="2"/>
          </p:cNvCxnSpPr>
          <p:nvPr/>
        </p:nvCxnSpPr>
        <p:spPr>
          <a:xfrm>
            <a:off x="1527850" y="4573851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9C08FB-422E-EB12-EB3A-E35D2FD19FBD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3238811" y="4586880"/>
            <a:ext cx="884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9EBF92-D6A9-A73B-7891-FA7171E960AF}"/>
              </a:ext>
            </a:extLst>
          </p:cNvPr>
          <p:cNvSpPr txBox="1"/>
          <p:nvPr/>
        </p:nvSpPr>
        <p:spPr>
          <a:xfrm>
            <a:off x="3340088" y="4318755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Numero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26078F-1EDB-5E44-53EC-41D8D44FEDB5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 flipH="1">
            <a:off x="4675745" y="4995061"/>
            <a:ext cx="22321" cy="642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3C38F874-F443-E066-46BE-35252E6A2675}"/>
              </a:ext>
            </a:extLst>
          </p:cNvPr>
          <p:cNvCxnSpPr>
            <a:cxnSpLocks/>
            <a:stCxn id="3" idx="3"/>
            <a:endCxn id="18" idx="0"/>
          </p:cNvCxnSpPr>
          <p:nvPr/>
        </p:nvCxnSpPr>
        <p:spPr>
          <a:xfrm>
            <a:off x="5242728" y="4586880"/>
            <a:ext cx="908152" cy="8369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060501-5B89-EA16-2AE3-A32975DE51E3}"/>
              </a:ext>
            </a:extLst>
          </p:cNvPr>
          <p:cNvSpPr txBox="1"/>
          <p:nvPr/>
        </p:nvSpPr>
        <p:spPr>
          <a:xfrm>
            <a:off x="5731013" y="4350456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C2367-ED5E-057D-383E-E65A9FEE11A1}"/>
              </a:ext>
            </a:extLst>
          </p:cNvPr>
          <p:cNvSpPr txBox="1"/>
          <p:nvPr/>
        </p:nvSpPr>
        <p:spPr>
          <a:xfrm>
            <a:off x="4343052" y="5377431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541EDAD8-8448-856F-A830-25B241E6FDD4}"/>
              </a:ext>
            </a:extLst>
          </p:cNvPr>
          <p:cNvSpPr/>
          <p:nvPr/>
        </p:nvSpPr>
        <p:spPr>
          <a:xfrm>
            <a:off x="704203" y="7571818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8278E4-72F6-6904-A1A9-474EA54D8979}"/>
              </a:ext>
            </a:extLst>
          </p:cNvPr>
          <p:cNvCxnSpPr>
            <a:cxnSpLocks/>
            <a:stCxn id="6" idx="1"/>
            <a:endCxn id="15" idx="6"/>
          </p:cNvCxnSpPr>
          <p:nvPr/>
        </p:nvCxnSpPr>
        <p:spPr>
          <a:xfrm flipH="1" flipV="1">
            <a:off x="1583554" y="8021523"/>
            <a:ext cx="11239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Document 17">
            <a:extLst>
              <a:ext uri="{FF2B5EF4-FFF2-40B4-BE49-F238E27FC236}">
                <a16:creationId xmlns:a16="http://schemas.microsoft.com/office/drawing/2014/main" id="{DA7E620F-59C7-B423-C55D-902416A221B9}"/>
              </a:ext>
            </a:extLst>
          </p:cNvPr>
          <p:cNvSpPr/>
          <p:nvPr/>
        </p:nvSpPr>
        <p:spPr>
          <a:xfrm>
            <a:off x="5731013" y="542382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“El App no </a:t>
            </a:r>
            <a:r>
              <a:rPr lang="en-US" sz="900" dirty="0" err="1"/>
              <a:t>maneja</a:t>
            </a:r>
            <a:r>
              <a:rPr lang="en-US" sz="900" dirty="0"/>
              <a:t> </a:t>
            </a:r>
            <a:r>
              <a:rPr lang="en-US" sz="900" dirty="0" err="1"/>
              <a:t>negativos</a:t>
            </a:r>
            <a:r>
              <a:rPr lang="en-US" sz="900" dirty="0"/>
              <a:t>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11E46279-4CDF-1ECE-DCAB-B2CF235E83A3}"/>
              </a:ext>
            </a:extLst>
          </p:cNvPr>
          <p:cNvSpPr/>
          <p:nvPr/>
        </p:nvSpPr>
        <p:spPr>
          <a:xfrm>
            <a:off x="5731013" y="6847520"/>
            <a:ext cx="602916" cy="616669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913949-8286-3DE5-D3E3-672070888B8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2471" y="6035895"/>
            <a:ext cx="118409" cy="811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C779D06B-7675-8221-3C6B-DBB4B1CE9702}"/>
              </a:ext>
            </a:extLst>
          </p:cNvPr>
          <p:cNvSpPr/>
          <p:nvPr/>
        </p:nvSpPr>
        <p:spPr>
          <a:xfrm>
            <a:off x="4553849" y="7441124"/>
            <a:ext cx="1210770" cy="1042946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Contador &lt;= número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915CFD-EA69-419E-5EE9-6B767C169D76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547208" y="7962597"/>
            <a:ext cx="10066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F37C82E-06F0-E573-A8BD-6B52FFC466DF}"/>
              </a:ext>
            </a:extLst>
          </p:cNvPr>
          <p:cNvSpPr txBox="1"/>
          <p:nvPr/>
        </p:nvSpPr>
        <p:spPr>
          <a:xfrm>
            <a:off x="5155114" y="8535208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EC3A34-5DD8-B426-AEA4-78E9BF0137E7}"/>
              </a:ext>
            </a:extLst>
          </p:cNvPr>
          <p:cNvSpPr txBox="1"/>
          <p:nvPr/>
        </p:nvSpPr>
        <p:spPr>
          <a:xfrm>
            <a:off x="3881597" y="764757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180426-0FBF-B7DA-5187-AC7D93A2A03A}"/>
              </a:ext>
            </a:extLst>
          </p:cNvPr>
          <p:cNvCxnSpPr>
            <a:cxnSpLocks/>
            <a:stCxn id="30" idx="2"/>
            <a:endCxn id="59" idx="0"/>
          </p:cNvCxnSpPr>
          <p:nvPr/>
        </p:nvCxnSpPr>
        <p:spPr>
          <a:xfrm>
            <a:off x="4675745" y="6247863"/>
            <a:ext cx="23694" cy="346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Process 29">
            <a:extLst>
              <a:ext uri="{FF2B5EF4-FFF2-40B4-BE49-F238E27FC236}">
                <a16:creationId xmlns:a16="http://schemas.microsoft.com/office/drawing/2014/main" id="{D62CA35C-09F2-1684-57AB-27FB3966E562}"/>
              </a:ext>
            </a:extLst>
          </p:cNvPr>
          <p:cNvSpPr/>
          <p:nvPr/>
        </p:nvSpPr>
        <p:spPr>
          <a:xfrm>
            <a:off x="4189692" y="5637822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Contador=1</a:t>
            </a:r>
          </a:p>
          <a:p>
            <a:pPr algn="ctr"/>
            <a:r>
              <a:rPr lang="en-US" sz="800" dirty="0"/>
              <a:t>Suma=0</a:t>
            </a:r>
          </a:p>
        </p:txBody>
      </p:sp>
      <p:sp>
        <p:nvSpPr>
          <p:cNvPr id="34" name="Document 33">
            <a:extLst>
              <a:ext uri="{FF2B5EF4-FFF2-40B4-BE49-F238E27FC236}">
                <a16:creationId xmlns:a16="http://schemas.microsoft.com/office/drawing/2014/main" id="{332AD4DB-BCE3-9C9C-02E5-ABFEA8058B40}"/>
              </a:ext>
            </a:extLst>
          </p:cNvPr>
          <p:cNvSpPr/>
          <p:nvPr/>
        </p:nvSpPr>
        <p:spPr>
          <a:xfrm>
            <a:off x="4744494" y="8891888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800" dirty="0"/>
              <a:t>Contador + “+”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C0A302-D334-A0D5-05F4-60AA8D469001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5159234" y="8484070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Process 37">
            <a:extLst>
              <a:ext uri="{FF2B5EF4-FFF2-40B4-BE49-F238E27FC236}">
                <a16:creationId xmlns:a16="http://schemas.microsoft.com/office/drawing/2014/main" id="{E3A40461-4FE4-524C-EFAD-F329F2AF43BD}"/>
              </a:ext>
            </a:extLst>
          </p:cNvPr>
          <p:cNvSpPr/>
          <p:nvPr/>
        </p:nvSpPr>
        <p:spPr>
          <a:xfrm>
            <a:off x="4707847" y="9909851"/>
            <a:ext cx="938499" cy="55900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Contador = Contador +1</a:t>
            </a: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EA419618-D822-E5E9-645C-B09B6FD73FC2}"/>
              </a:ext>
            </a:extLst>
          </p:cNvPr>
          <p:cNvSpPr/>
          <p:nvPr/>
        </p:nvSpPr>
        <p:spPr>
          <a:xfrm>
            <a:off x="4723134" y="10943162"/>
            <a:ext cx="938499" cy="55900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Suma = Suma+ +Contador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92E9C1-6741-77D7-573D-DC3B2D4318AF}"/>
              </a:ext>
            </a:extLst>
          </p:cNvPr>
          <p:cNvCxnSpPr>
            <a:cxnSpLocks/>
          </p:cNvCxnSpPr>
          <p:nvPr/>
        </p:nvCxnSpPr>
        <p:spPr>
          <a:xfrm>
            <a:off x="5161797" y="9487050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EED107-7D82-F659-A70E-3A3A24413C77}"/>
              </a:ext>
            </a:extLst>
          </p:cNvPr>
          <p:cNvCxnSpPr>
            <a:cxnSpLocks/>
          </p:cNvCxnSpPr>
          <p:nvPr/>
        </p:nvCxnSpPr>
        <p:spPr>
          <a:xfrm>
            <a:off x="5187256" y="10502101"/>
            <a:ext cx="5127" cy="40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20">
            <a:extLst>
              <a:ext uri="{FF2B5EF4-FFF2-40B4-BE49-F238E27FC236}">
                <a16:creationId xmlns:a16="http://schemas.microsoft.com/office/drawing/2014/main" id="{6DD43127-C9AE-8D03-9674-CB511B5C36E3}"/>
              </a:ext>
            </a:extLst>
          </p:cNvPr>
          <p:cNvCxnSpPr>
            <a:cxnSpLocks/>
            <a:stCxn id="39" idx="3"/>
            <a:endCxn id="21" idx="3"/>
          </p:cNvCxnSpPr>
          <p:nvPr/>
        </p:nvCxnSpPr>
        <p:spPr>
          <a:xfrm flipV="1">
            <a:off x="5661633" y="7962597"/>
            <a:ext cx="102986" cy="3260069"/>
          </a:xfrm>
          <a:prstGeom prst="bentConnector3">
            <a:avLst>
              <a:gd name="adj1" fmla="val 321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Document 58">
            <a:extLst>
              <a:ext uri="{FF2B5EF4-FFF2-40B4-BE49-F238E27FC236}">
                <a16:creationId xmlns:a16="http://schemas.microsoft.com/office/drawing/2014/main" id="{0A80BEE9-96B0-6B72-2800-71E66AB9BE1D}"/>
              </a:ext>
            </a:extLst>
          </p:cNvPr>
          <p:cNvSpPr/>
          <p:nvPr/>
        </p:nvSpPr>
        <p:spPr>
          <a:xfrm>
            <a:off x="4279572" y="6593880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800" dirty="0"/>
              <a:t>“(“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1436E78-0884-7CC9-8EB5-43602596ACD9}"/>
              </a:ext>
            </a:extLst>
          </p:cNvPr>
          <p:cNvCxnSpPr>
            <a:cxnSpLocks/>
            <a:stCxn id="59" idx="2"/>
            <a:endCxn id="21" idx="0"/>
          </p:cNvCxnSpPr>
          <p:nvPr/>
        </p:nvCxnSpPr>
        <p:spPr>
          <a:xfrm>
            <a:off x="4699439" y="7205955"/>
            <a:ext cx="459795" cy="23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9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FC0E-268E-F484-CBB1-7801A2B2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ision 2">
            <a:extLst>
              <a:ext uri="{FF2B5EF4-FFF2-40B4-BE49-F238E27FC236}">
                <a16:creationId xmlns:a16="http://schemas.microsoft.com/office/drawing/2014/main" id="{0D13ACA3-F19D-FB77-541F-405D55BA8547}"/>
              </a:ext>
            </a:extLst>
          </p:cNvPr>
          <p:cNvSpPr/>
          <p:nvPr/>
        </p:nvSpPr>
        <p:spPr>
          <a:xfrm>
            <a:off x="4462561" y="3947275"/>
            <a:ext cx="1196748" cy="111413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  <a:r>
              <a:rPr lang="en-US" sz="800" dirty="0">
                <a:solidFill>
                  <a:schemeClr val="dk1"/>
                </a:solidFill>
              </a:rPr>
              <a:t> Numero-Secreto = Numero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54279111-8A3A-B987-C7FE-B1CA426DF645}"/>
              </a:ext>
            </a:extLst>
          </p:cNvPr>
          <p:cNvSpPr/>
          <p:nvPr/>
        </p:nvSpPr>
        <p:spPr>
          <a:xfrm>
            <a:off x="866863" y="2308994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CCD66F22-0CA4-D659-964B-F80A73772A8C}"/>
              </a:ext>
            </a:extLst>
          </p:cNvPr>
          <p:cNvSpPr/>
          <p:nvPr/>
        </p:nvSpPr>
        <p:spPr>
          <a:xfrm>
            <a:off x="4599161" y="5605919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“Ese es </a:t>
            </a:r>
            <a:r>
              <a:rPr lang="en-US" sz="900" dirty="0" err="1"/>
              <a:t>el</a:t>
            </a:r>
            <a:r>
              <a:rPr lang="en-US" sz="900" dirty="0"/>
              <a:t> </a:t>
            </a:r>
            <a:r>
              <a:rPr lang="en-US" sz="900" dirty="0" err="1"/>
              <a:t>numero</a:t>
            </a:r>
            <a:r>
              <a:rPr lang="en-US" sz="900" dirty="0"/>
              <a:t>!”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27744E-4C35-A51E-2062-05A4CE75BA7D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746214" y="2758699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C49F0-BD9B-146A-EDFE-E94C7AAC2C07}"/>
              </a:ext>
            </a:extLst>
          </p:cNvPr>
          <p:cNvCxnSpPr>
            <a:cxnSpLocks/>
            <a:stCxn id="16" idx="3"/>
            <a:endCxn id="29" idx="2"/>
          </p:cNvCxnSpPr>
          <p:nvPr/>
        </p:nvCxnSpPr>
        <p:spPr>
          <a:xfrm>
            <a:off x="3492592" y="2796914"/>
            <a:ext cx="1216576" cy="40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B1CA2D96-CF65-5B40-0C18-1359E8C747B7}"/>
              </a:ext>
            </a:extLst>
          </p:cNvPr>
          <p:cNvCxnSpPr>
            <a:cxnSpLocks/>
            <a:endCxn id="29" idx="5"/>
          </p:cNvCxnSpPr>
          <p:nvPr/>
        </p:nvCxnSpPr>
        <p:spPr>
          <a:xfrm rot="16200000" flipV="1">
            <a:off x="4754736" y="3623142"/>
            <a:ext cx="1690073" cy="1190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ADC3FE-0C03-97B4-64E4-46E82AD9F17D}"/>
              </a:ext>
            </a:extLst>
          </p:cNvPr>
          <p:cNvSpPr txBox="1"/>
          <p:nvPr/>
        </p:nvSpPr>
        <p:spPr>
          <a:xfrm>
            <a:off x="5048578" y="519688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6E859-5CA4-09CF-FAE4-1EEBC95F5F2A}"/>
              </a:ext>
            </a:extLst>
          </p:cNvPr>
          <p:cNvSpPr txBox="1"/>
          <p:nvPr/>
        </p:nvSpPr>
        <p:spPr>
          <a:xfrm>
            <a:off x="5619192" y="3590595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AEC7A2CB-EA11-24E3-3416-7E71D679C4E1}"/>
              </a:ext>
            </a:extLst>
          </p:cNvPr>
          <p:cNvSpPr/>
          <p:nvPr/>
        </p:nvSpPr>
        <p:spPr>
          <a:xfrm>
            <a:off x="3080183" y="5535479"/>
            <a:ext cx="779727" cy="7975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3A6D4F-FF39-98B5-AD74-BF7CF1EEA368}"/>
              </a:ext>
            </a:extLst>
          </p:cNvPr>
          <p:cNvCxnSpPr>
            <a:cxnSpLocks/>
            <a:stCxn id="29" idx="3"/>
            <a:endCxn id="3" idx="0"/>
          </p:cNvCxnSpPr>
          <p:nvPr/>
        </p:nvCxnSpPr>
        <p:spPr>
          <a:xfrm>
            <a:off x="5020818" y="3227868"/>
            <a:ext cx="40117" cy="719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9FD1BF-7F0D-7C38-EC67-BB2035FF9E69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5019028" y="5061412"/>
            <a:ext cx="41907" cy="54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D6B3BD-D43C-24B5-DA72-4BE29FA9E710}"/>
              </a:ext>
            </a:extLst>
          </p:cNvPr>
          <p:cNvCxnSpPr>
            <a:cxnSpLocks/>
            <a:stCxn id="6" idx="1"/>
            <a:endCxn id="19" idx="6"/>
          </p:cNvCxnSpPr>
          <p:nvPr/>
        </p:nvCxnSpPr>
        <p:spPr>
          <a:xfrm flipH="1">
            <a:off x="3859910" y="5933622"/>
            <a:ext cx="739251" cy="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D90DAB9-04AA-C8F5-7666-F640321B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6172"/>
            <a:ext cx="6792229" cy="1082842"/>
          </a:xfrm>
          <a:prstGeom prst="rect">
            <a:avLst/>
          </a:prstGeom>
        </p:spPr>
      </p:pic>
      <p:sp>
        <p:nvSpPr>
          <p:cNvPr id="16" name="Process 15">
            <a:extLst>
              <a:ext uri="{FF2B5EF4-FFF2-40B4-BE49-F238E27FC236}">
                <a16:creationId xmlns:a16="http://schemas.microsoft.com/office/drawing/2014/main" id="{CEDC3252-0F4A-0370-BA3D-75D809B49BF6}"/>
              </a:ext>
            </a:extLst>
          </p:cNvPr>
          <p:cNvSpPr/>
          <p:nvPr/>
        </p:nvSpPr>
        <p:spPr>
          <a:xfrm>
            <a:off x="2520487" y="2491893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Numero-Secreto = </a:t>
            </a:r>
          </a:p>
          <a:p>
            <a:pPr algn="ctr"/>
            <a:r>
              <a:rPr lang="en-US" sz="800" dirty="0"/>
              <a:t>RAND(1,10)</a:t>
            </a:r>
          </a:p>
        </p:txBody>
      </p:sp>
      <p:sp>
        <p:nvSpPr>
          <p:cNvPr id="29" name="Data 28">
            <a:extLst>
              <a:ext uri="{FF2B5EF4-FFF2-40B4-BE49-F238E27FC236}">
                <a16:creationId xmlns:a16="http://schemas.microsoft.com/office/drawing/2014/main" id="{42085ABE-BE14-3494-EDDE-B52022494E05}"/>
              </a:ext>
            </a:extLst>
          </p:cNvPr>
          <p:cNvSpPr/>
          <p:nvPr/>
        </p:nvSpPr>
        <p:spPr>
          <a:xfrm>
            <a:off x="4605285" y="2447415"/>
            <a:ext cx="1038833" cy="780453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Input Numero</a:t>
            </a:r>
            <a:endParaRPr lang="en-US" sz="9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25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E1B9-5039-994B-35E2-1662181B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ision 2">
            <a:extLst>
              <a:ext uri="{FF2B5EF4-FFF2-40B4-BE49-F238E27FC236}">
                <a16:creationId xmlns:a16="http://schemas.microsoft.com/office/drawing/2014/main" id="{282F05CB-AA52-BADF-C87C-2AC01E919404}"/>
              </a:ext>
            </a:extLst>
          </p:cNvPr>
          <p:cNvSpPr/>
          <p:nvPr/>
        </p:nvSpPr>
        <p:spPr>
          <a:xfrm>
            <a:off x="3188939" y="7307718"/>
            <a:ext cx="1196748" cy="111413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Suma=30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Flag=“No”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57B60968-7D9A-8B4A-2C0E-65DB60DF75E6}"/>
              </a:ext>
            </a:extLst>
          </p:cNvPr>
          <p:cNvSpPr/>
          <p:nvPr/>
        </p:nvSpPr>
        <p:spPr>
          <a:xfrm>
            <a:off x="302269" y="3811676"/>
            <a:ext cx="879351" cy="899410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B95A61AE-AD2A-FEC1-3594-37143B9623FB}"/>
              </a:ext>
            </a:extLst>
          </p:cNvPr>
          <p:cNvSpPr/>
          <p:nvPr/>
        </p:nvSpPr>
        <p:spPr>
          <a:xfrm>
            <a:off x="1617158" y="7553118"/>
            <a:ext cx="1159940" cy="797512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 (” +</a:t>
            </a:r>
          </a:p>
          <a:p>
            <a:pPr algn="ctr"/>
            <a:r>
              <a:rPr lang="en-US" sz="900" dirty="0"/>
              <a:t>Numero1 + “+”</a:t>
            </a:r>
          </a:p>
          <a:p>
            <a:pPr algn="ctr"/>
            <a:r>
              <a:rPr lang="en-US" sz="900" dirty="0"/>
              <a:t>Numero2 +  “+”</a:t>
            </a:r>
          </a:p>
          <a:p>
            <a:pPr algn="ctr"/>
            <a:r>
              <a:rPr lang="en-US" sz="900" dirty="0"/>
              <a:t>Numero3  + “) = 30”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A59CD6-7D55-B1CB-02C3-CC860BDD2B78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181620" y="4261381"/>
            <a:ext cx="715613" cy="1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onnector 18">
            <a:extLst>
              <a:ext uri="{FF2B5EF4-FFF2-40B4-BE49-F238E27FC236}">
                <a16:creationId xmlns:a16="http://schemas.microsoft.com/office/drawing/2014/main" id="{BCD1D945-34A6-8DFF-2C4F-99B202514E8D}"/>
              </a:ext>
            </a:extLst>
          </p:cNvPr>
          <p:cNvSpPr/>
          <p:nvPr/>
        </p:nvSpPr>
        <p:spPr>
          <a:xfrm>
            <a:off x="1762169" y="5931843"/>
            <a:ext cx="779727" cy="7975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B670BE-452A-273F-992A-4F02AFA7F698}"/>
              </a:ext>
            </a:extLst>
          </p:cNvPr>
          <p:cNvCxnSpPr>
            <a:cxnSpLocks/>
            <a:stCxn id="39" idx="2"/>
            <a:endCxn id="23" idx="0"/>
          </p:cNvCxnSpPr>
          <p:nvPr/>
        </p:nvCxnSpPr>
        <p:spPr>
          <a:xfrm flipH="1">
            <a:off x="5694106" y="4624176"/>
            <a:ext cx="1" cy="76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Data 28">
            <a:extLst>
              <a:ext uri="{FF2B5EF4-FFF2-40B4-BE49-F238E27FC236}">
                <a16:creationId xmlns:a16="http://schemas.microsoft.com/office/drawing/2014/main" id="{54171D34-4E7A-4890-F67E-61B420A637B5}"/>
              </a:ext>
            </a:extLst>
          </p:cNvPr>
          <p:cNvSpPr/>
          <p:nvPr/>
        </p:nvSpPr>
        <p:spPr>
          <a:xfrm>
            <a:off x="1784630" y="3930633"/>
            <a:ext cx="1288822" cy="780453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Input</a:t>
            </a:r>
            <a:r>
              <a:rPr lang="en-US" sz="900" dirty="0"/>
              <a:t> Numero1</a:t>
            </a:r>
          </a:p>
          <a:p>
            <a:pPr algn="ctr"/>
            <a:r>
              <a:rPr lang="en-US" sz="900" dirty="0">
                <a:solidFill>
                  <a:schemeClr val="dk1"/>
                </a:solidFill>
              </a:rPr>
              <a:t>Numero2</a:t>
            </a:r>
          </a:p>
          <a:p>
            <a:pPr algn="ctr"/>
            <a:r>
              <a:rPr lang="en-US" sz="900" dirty="0"/>
              <a:t>Numero3</a:t>
            </a:r>
            <a:endParaRPr lang="en-US" sz="900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3C77C4-941D-B9C7-6856-4C106AD2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2714625"/>
          </a:xfrm>
          <a:prstGeom prst="rect">
            <a:avLst/>
          </a:prstGeom>
        </p:spPr>
      </p:pic>
      <p:sp>
        <p:nvSpPr>
          <p:cNvPr id="18" name="Process 17">
            <a:extLst>
              <a:ext uri="{FF2B5EF4-FFF2-40B4-BE49-F238E27FC236}">
                <a16:creationId xmlns:a16="http://schemas.microsoft.com/office/drawing/2014/main" id="{04E6016C-76A5-B9A0-DF86-0493773B462A}"/>
              </a:ext>
            </a:extLst>
          </p:cNvPr>
          <p:cNvSpPr/>
          <p:nvPr/>
        </p:nvSpPr>
        <p:spPr>
          <a:xfrm>
            <a:off x="3358403" y="401413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Suma = </a:t>
            </a:r>
          </a:p>
          <a:p>
            <a:pPr algn="ctr"/>
            <a:r>
              <a:rPr lang="en-US" sz="800" dirty="0"/>
              <a:t>Numero1 +</a:t>
            </a:r>
          </a:p>
          <a:p>
            <a:pPr algn="ctr"/>
            <a:r>
              <a:rPr lang="en-US" sz="800" dirty="0"/>
              <a:t>Numero2 +</a:t>
            </a:r>
          </a:p>
          <a:p>
            <a:pPr algn="ctr"/>
            <a:r>
              <a:rPr lang="en-US" sz="800" dirty="0"/>
              <a:t>Numero3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412597-44B2-4D64-B7AD-91E46D1D1997}"/>
              </a:ext>
            </a:extLst>
          </p:cNvPr>
          <p:cNvCxnSpPr>
            <a:cxnSpLocks/>
            <a:stCxn id="29" idx="5"/>
            <a:endCxn id="18" idx="1"/>
          </p:cNvCxnSpPr>
          <p:nvPr/>
        </p:nvCxnSpPr>
        <p:spPr>
          <a:xfrm flipV="1">
            <a:off x="2944570" y="4319156"/>
            <a:ext cx="413833" cy="1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ecision 22">
            <a:extLst>
              <a:ext uri="{FF2B5EF4-FFF2-40B4-BE49-F238E27FC236}">
                <a16:creationId xmlns:a16="http://schemas.microsoft.com/office/drawing/2014/main" id="{85BC70A8-69BD-3928-A498-BCE476564551}"/>
              </a:ext>
            </a:extLst>
          </p:cNvPr>
          <p:cNvSpPr/>
          <p:nvPr/>
        </p:nvSpPr>
        <p:spPr>
          <a:xfrm>
            <a:off x="4904033" y="5390647"/>
            <a:ext cx="1580146" cy="139600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Numero1=30</a:t>
            </a:r>
          </a:p>
          <a:p>
            <a:pPr algn="ctr"/>
            <a:r>
              <a:rPr lang="en-US" sz="700" b="1" dirty="0"/>
              <a:t>OR</a:t>
            </a:r>
          </a:p>
          <a:p>
            <a:pPr algn="ctr"/>
            <a:r>
              <a:rPr lang="en-US" sz="700" dirty="0"/>
              <a:t>Numero2=30</a:t>
            </a:r>
          </a:p>
          <a:p>
            <a:pPr algn="ctr"/>
            <a:r>
              <a:rPr lang="en-US" sz="700" b="1" dirty="0">
                <a:solidFill>
                  <a:schemeClr val="dk1"/>
                </a:solidFill>
              </a:rPr>
              <a:t>OR</a:t>
            </a:r>
          </a:p>
          <a:p>
            <a:pPr algn="ctr"/>
            <a:r>
              <a:rPr lang="en-US" sz="700" dirty="0"/>
              <a:t>Numero3=30</a:t>
            </a:r>
          </a:p>
          <a:p>
            <a:pPr algn="ctr"/>
            <a:endParaRPr lang="en-US" sz="800" b="1" dirty="0">
              <a:solidFill>
                <a:schemeClr val="dk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C3BA51-626E-D6EE-D14C-81598A0B231D}"/>
              </a:ext>
            </a:extLst>
          </p:cNvPr>
          <p:cNvCxnSpPr>
            <a:cxnSpLocks/>
          </p:cNvCxnSpPr>
          <p:nvPr/>
        </p:nvCxnSpPr>
        <p:spPr>
          <a:xfrm>
            <a:off x="4330508" y="4307423"/>
            <a:ext cx="807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Process 31">
            <a:extLst>
              <a:ext uri="{FF2B5EF4-FFF2-40B4-BE49-F238E27FC236}">
                <a16:creationId xmlns:a16="http://schemas.microsoft.com/office/drawing/2014/main" id="{765E27D9-AE7F-99F5-8A68-03B1105BA510}"/>
              </a:ext>
            </a:extLst>
          </p:cNvPr>
          <p:cNvSpPr/>
          <p:nvPr/>
        </p:nvSpPr>
        <p:spPr>
          <a:xfrm>
            <a:off x="5250833" y="7564849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 = “yes”</a:t>
            </a: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20CBC2A5-84AC-FE6F-72B7-7E5FBB417220}"/>
              </a:ext>
            </a:extLst>
          </p:cNvPr>
          <p:cNvSpPr/>
          <p:nvPr/>
        </p:nvSpPr>
        <p:spPr>
          <a:xfrm>
            <a:off x="5208054" y="4014135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Flag=“Null”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1092CF-D17E-5DD1-A9FE-22638E303096}"/>
              </a:ext>
            </a:extLst>
          </p:cNvPr>
          <p:cNvCxnSpPr>
            <a:cxnSpLocks/>
          </p:cNvCxnSpPr>
          <p:nvPr/>
        </p:nvCxnSpPr>
        <p:spPr>
          <a:xfrm flipH="1">
            <a:off x="5694106" y="6786647"/>
            <a:ext cx="1" cy="76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6869DF0-F646-C343-DA3B-9B068C5228AB}"/>
              </a:ext>
            </a:extLst>
          </p:cNvPr>
          <p:cNvSpPr txBox="1"/>
          <p:nvPr/>
        </p:nvSpPr>
        <p:spPr>
          <a:xfrm>
            <a:off x="5660827" y="694307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8CD871-315B-C639-65D3-BB464A54A1C9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427150" y="7869870"/>
            <a:ext cx="823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Process 50">
            <a:extLst>
              <a:ext uri="{FF2B5EF4-FFF2-40B4-BE49-F238E27FC236}">
                <a16:creationId xmlns:a16="http://schemas.microsoft.com/office/drawing/2014/main" id="{3A6D9580-32AA-6154-1974-CD664F70DFC3}"/>
              </a:ext>
            </a:extLst>
          </p:cNvPr>
          <p:cNvSpPr/>
          <p:nvPr/>
        </p:nvSpPr>
        <p:spPr>
          <a:xfrm>
            <a:off x="3246365" y="5819562"/>
            <a:ext cx="972105" cy="61004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Flag=“No”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DFBD4F-E477-B97D-AACB-8ED24A1E9B91}"/>
              </a:ext>
            </a:extLst>
          </p:cNvPr>
          <p:cNvCxnSpPr>
            <a:cxnSpLocks/>
            <a:stCxn id="23" idx="1"/>
            <a:endCxn id="51" idx="3"/>
          </p:cNvCxnSpPr>
          <p:nvPr/>
        </p:nvCxnSpPr>
        <p:spPr>
          <a:xfrm flipH="1">
            <a:off x="4218470" y="6088647"/>
            <a:ext cx="685563" cy="35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2D93EC6-C6D8-0B2D-EC23-DF9F5D32EF2F}"/>
              </a:ext>
            </a:extLst>
          </p:cNvPr>
          <p:cNvSpPr txBox="1"/>
          <p:nvPr/>
        </p:nvSpPr>
        <p:spPr>
          <a:xfrm>
            <a:off x="4385687" y="576396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C0D6D0-0F47-7EA2-B31E-E8E2010B03E8}"/>
              </a:ext>
            </a:extLst>
          </p:cNvPr>
          <p:cNvCxnSpPr>
            <a:cxnSpLocks/>
            <a:stCxn id="51" idx="2"/>
            <a:endCxn id="3" idx="0"/>
          </p:cNvCxnSpPr>
          <p:nvPr/>
        </p:nvCxnSpPr>
        <p:spPr>
          <a:xfrm>
            <a:off x="3732418" y="6429603"/>
            <a:ext cx="54895" cy="87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7AE822-696E-C261-E3DA-D7BEFF84B66E}"/>
              </a:ext>
            </a:extLst>
          </p:cNvPr>
          <p:cNvCxnSpPr>
            <a:cxnSpLocks/>
            <a:stCxn id="6" idx="0"/>
            <a:endCxn id="19" idx="4"/>
          </p:cNvCxnSpPr>
          <p:nvPr/>
        </p:nvCxnSpPr>
        <p:spPr>
          <a:xfrm flipH="1" flipV="1">
            <a:off x="2152033" y="6729356"/>
            <a:ext cx="45095" cy="823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72D0D7A-23EB-DD06-6606-103D8929A16A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>
            <a:off x="2777098" y="7864787"/>
            <a:ext cx="411841" cy="8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CF6546-EF5C-9145-E095-E9DD2F6FD356}"/>
              </a:ext>
            </a:extLst>
          </p:cNvPr>
          <p:cNvSpPr txBox="1"/>
          <p:nvPr/>
        </p:nvSpPr>
        <p:spPr>
          <a:xfrm>
            <a:off x="2781681" y="7578148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CB968B-A55A-6B79-1B23-FDD1D83C6BD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787313" y="8421855"/>
            <a:ext cx="0" cy="36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5BF3F46-6E49-209C-A029-23F9FD39B425}"/>
              </a:ext>
            </a:extLst>
          </p:cNvPr>
          <p:cNvSpPr txBox="1"/>
          <p:nvPr/>
        </p:nvSpPr>
        <p:spPr>
          <a:xfrm>
            <a:off x="3758370" y="852678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73" name="Decision 72">
            <a:extLst>
              <a:ext uri="{FF2B5EF4-FFF2-40B4-BE49-F238E27FC236}">
                <a16:creationId xmlns:a16="http://schemas.microsoft.com/office/drawing/2014/main" id="{D50482DB-A86B-62A8-1966-D14757769902}"/>
              </a:ext>
            </a:extLst>
          </p:cNvPr>
          <p:cNvSpPr/>
          <p:nvPr/>
        </p:nvSpPr>
        <p:spPr>
          <a:xfrm>
            <a:off x="3113526" y="8811988"/>
            <a:ext cx="1361200" cy="116289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Suma=30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Flag=“Yes”</a:t>
            </a:r>
          </a:p>
        </p:txBody>
      </p:sp>
      <p:sp>
        <p:nvSpPr>
          <p:cNvPr id="74" name="Document 73">
            <a:extLst>
              <a:ext uri="{FF2B5EF4-FFF2-40B4-BE49-F238E27FC236}">
                <a16:creationId xmlns:a16="http://schemas.microsoft.com/office/drawing/2014/main" id="{3E201E65-C46C-0CDB-39B5-8594968BEA2F}"/>
              </a:ext>
            </a:extLst>
          </p:cNvPr>
          <p:cNvSpPr/>
          <p:nvPr/>
        </p:nvSpPr>
        <p:spPr>
          <a:xfrm>
            <a:off x="270617" y="8526789"/>
            <a:ext cx="1841862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 (” +</a:t>
            </a:r>
          </a:p>
          <a:p>
            <a:pPr algn="ctr"/>
            <a:r>
              <a:rPr lang="en-US" sz="900" dirty="0"/>
              <a:t>Numero1 + “+”</a:t>
            </a:r>
          </a:p>
          <a:p>
            <a:pPr algn="ctr"/>
            <a:r>
              <a:rPr lang="en-US" sz="900" dirty="0"/>
              <a:t>Numero2 +  “+”</a:t>
            </a:r>
          </a:p>
          <a:p>
            <a:pPr algn="ctr"/>
            <a:r>
              <a:rPr lang="en-US" sz="900" dirty="0"/>
              <a:t>Numero3  + “) = 30 – </a:t>
            </a:r>
            <a:r>
              <a:rPr lang="en-US" sz="900" dirty="0" err="1"/>
              <a:t>pero</a:t>
            </a:r>
            <a:r>
              <a:rPr lang="en-US" sz="900" dirty="0"/>
              <a:t> </a:t>
            </a:r>
            <a:r>
              <a:rPr lang="en-US" sz="900" dirty="0" err="1"/>
              <a:t>ademas</a:t>
            </a:r>
            <a:endParaRPr lang="en-US" sz="900" dirty="0"/>
          </a:p>
          <a:p>
            <a:pPr algn="ctr"/>
            <a:r>
              <a:rPr lang="en-US" sz="900" dirty="0"/>
              <a:t>Hay un </a:t>
            </a:r>
            <a:r>
              <a:rPr lang="en-US" sz="900" dirty="0" err="1"/>
              <a:t>numero</a:t>
            </a:r>
            <a:r>
              <a:rPr lang="en-US" sz="900" dirty="0"/>
              <a:t> </a:t>
            </a:r>
            <a:r>
              <a:rPr lang="en-US" sz="900" dirty="0" err="1"/>
              <a:t>que</a:t>
            </a:r>
            <a:r>
              <a:rPr lang="en-US" sz="900" dirty="0"/>
              <a:t> es 30”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A24E480-3B4C-1755-AB3E-789A83106471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2143897" y="8893898"/>
            <a:ext cx="969629" cy="499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EEBB2DE-E259-D997-8582-842E24874FDD}"/>
              </a:ext>
            </a:extLst>
          </p:cNvPr>
          <p:cNvSpPr txBox="1"/>
          <p:nvPr/>
        </p:nvSpPr>
        <p:spPr>
          <a:xfrm>
            <a:off x="2591742" y="8868013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79" name="Decision 78">
            <a:extLst>
              <a:ext uri="{FF2B5EF4-FFF2-40B4-BE49-F238E27FC236}">
                <a16:creationId xmlns:a16="http://schemas.microsoft.com/office/drawing/2014/main" id="{441C3738-86FF-C30A-10F1-79D27FEAEACA}"/>
              </a:ext>
            </a:extLst>
          </p:cNvPr>
          <p:cNvSpPr/>
          <p:nvPr/>
        </p:nvSpPr>
        <p:spPr>
          <a:xfrm>
            <a:off x="3113526" y="10203078"/>
            <a:ext cx="1361200" cy="1162897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Suma&lt;&gt;30</a:t>
            </a:r>
          </a:p>
          <a:p>
            <a:pPr algn="ctr"/>
            <a:r>
              <a:rPr lang="en-US" sz="700" b="1" dirty="0"/>
              <a:t>AND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Flag = “Yes”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48A1A7-C9C8-823A-90F3-ACC9E4B47ABA}"/>
              </a:ext>
            </a:extLst>
          </p:cNvPr>
          <p:cNvSpPr txBox="1"/>
          <p:nvPr/>
        </p:nvSpPr>
        <p:spPr>
          <a:xfrm>
            <a:off x="3767623" y="9958177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7F050D0-277F-CC81-27A9-533CA3EE59F8}"/>
              </a:ext>
            </a:extLst>
          </p:cNvPr>
          <p:cNvCxnSpPr>
            <a:cxnSpLocks/>
          </p:cNvCxnSpPr>
          <p:nvPr/>
        </p:nvCxnSpPr>
        <p:spPr>
          <a:xfrm>
            <a:off x="3794126" y="9974885"/>
            <a:ext cx="0" cy="244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Document 87">
            <a:extLst>
              <a:ext uri="{FF2B5EF4-FFF2-40B4-BE49-F238E27FC236}">
                <a16:creationId xmlns:a16="http://schemas.microsoft.com/office/drawing/2014/main" id="{CD100C35-0130-5DDE-74D6-E0617001E205}"/>
              </a:ext>
            </a:extLst>
          </p:cNvPr>
          <p:cNvSpPr/>
          <p:nvPr/>
        </p:nvSpPr>
        <p:spPr>
          <a:xfrm>
            <a:off x="302035" y="10354133"/>
            <a:ext cx="1841862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Correcto</a:t>
            </a:r>
            <a:r>
              <a:rPr lang="en-US" sz="900" dirty="0"/>
              <a:t>! Hay un 30”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DC5224-976D-56E7-8EC4-24B7F07D854C}"/>
              </a:ext>
            </a:extLst>
          </p:cNvPr>
          <p:cNvCxnSpPr>
            <a:cxnSpLocks/>
            <a:stCxn id="79" idx="1"/>
          </p:cNvCxnSpPr>
          <p:nvPr/>
        </p:nvCxnSpPr>
        <p:spPr>
          <a:xfrm flipH="1" flipV="1">
            <a:off x="2197128" y="10784526"/>
            <a:ext cx="9163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259E019-14D9-FF02-8814-8C05CD767A06}"/>
              </a:ext>
            </a:extLst>
          </p:cNvPr>
          <p:cNvSpPr txBox="1"/>
          <p:nvPr/>
        </p:nvSpPr>
        <p:spPr>
          <a:xfrm>
            <a:off x="2517330" y="10499995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E9ED55-1436-6C43-F3CA-59E3C2A2EA65}"/>
              </a:ext>
            </a:extLst>
          </p:cNvPr>
          <p:cNvSpPr txBox="1"/>
          <p:nvPr/>
        </p:nvSpPr>
        <p:spPr>
          <a:xfrm>
            <a:off x="4611893" y="10482788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95" name="Document 94">
            <a:extLst>
              <a:ext uri="{FF2B5EF4-FFF2-40B4-BE49-F238E27FC236}">
                <a16:creationId xmlns:a16="http://schemas.microsoft.com/office/drawing/2014/main" id="{4A8CBFE9-08EF-E8ED-AC10-DB789F20DFA5}"/>
              </a:ext>
            </a:extLst>
          </p:cNvPr>
          <p:cNvSpPr/>
          <p:nvPr/>
        </p:nvSpPr>
        <p:spPr>
          <a:xfrm>
            <a:off x="5250833" y="10318690"/>
            <a:ext cx="1391124" cy="944059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Incorrecto</a:t>
            </a:r>
            <a:r>
              <a:rPr lang="en-US" sz="900" dirty="0"/>
              <a:t> – No hay 30s </a:t>
            </a:r>
            <a:r>
              <a:rPr lang="en-US" sz="900" dirty="0" err="1"/>
              <a:t>ni</a:t>
            </a:r>
            <a:endParaRPr lang="en-US" sz="900" dirty="0"/>
          </a:p>
          <a:p>
            <a:pPr algn="ctr"/>
            <a:r>
              <a:rPr lang="en-US" sz="900" dirty="0" err="1"/>
              <a:t>tampoco</a:t>
            </a:r>
            <a:r>
              <a:rPr lang="en-US" sz="900" dirty="0"/>
              <a:t> la </a:t>
            </a:r>
            <a:r>
              <a:rPr lang="en-US" sz="900" dirty="0" err="1"/>
              <a:t>suma</a:t>
            </a:r>
            <a:r>
              <a:rPr lang="en-US" sz="900" dirty="0"/>
              <a:t> da 30”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F1C88C4-A179-4298-CA8F-874AA6408575}"/>
              </a:ext>
            </a:extLst>
          </p:cNvPr>
          <p:cNvCxnSpPr>
            <a:cxnSpLocks/>
            <a:stCxn id="79" idx="3"/>
            <a:endCxn id="95" idx="1"/>
          </p:cNvCxnSpPr>
          <p:nvPr/>
        </p:nvCxnSpPr>
        <p:spPr>
          <a:xfrm>
            <a:off x="4474726" y="10784527"/>
            <a:ext cx="776107" cy="6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02A07B2-82BB-F5F6-9B70-83FD20363AC1}"/>
              </a:ext>
            </a:extLst>
          </p:cNvPr>
          <p:cNvCxnSpPr>
            <a:cxnSpLocks/>
            <a:endCxn id="19" idx="2"/>
          </p:cNvCxnSpPr>
          <p:nvPr/>
        </p:nvCxnSpPr>
        <p:spPr>
          <a:xfrm rot="5400000" flipH="1" flipV="1">
            <a:off x="354890" y="7119511"/>
            <a:ext cx="2196189" cy="6183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Connector 100">
            <a:extLst>
              <a:ext uri="{FF2B5EF4-FFF2-40B4-BE49-F238E27FC236}">
                <a16:creationId xmlns:a16="http://schemas.microsoft.com/office/drawing/2014/main" id="{0B5E8586-B05D-33E1-C331-7E4F25A5873C}"/>
              </a:ext>
            </a:extLst>
          </p:cNvPr>
          <p:cNvSpPr/>
          <p:nvPr/>
        </p:nvSpPr>
        <p:spPr>
          <a:xfrm>
            <a:off x="5694106" y="9194554"/>
            <a:ext cx="642152" cy="610041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E399304-431B-C3E9-4086-897C9AD9DAAE}"/>
              </a:ext>
            </a:extLst>
          </p:cNvPr>
          <p:cNvCxnSpPr>
            <a:cxnSpLocks/>
            <a:stCxn id="95" idx="0"/>
            <a:endCxn id="101" idx="4"/>
          </p:cNvCxnSpPr>
          <p:nvPr/>
        </p:nvCxnSpPr>
        <p:spPr>
          <a:xfrm flipV="1">
            <a:off x="5946395" y="9804595"/>
            <a:ext cx="68787" cy="514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Connector 105">
            <a:extLst>
              <a:ext uri="{FF2B5EF4-FFF2-40B4-BE49-F238E27FC236}">
                <a16:creationId xmlns:a16="http://schemas.microsoft.com/office/drawing/2014/main" id="{D7881F8A-83CB-84A0-D79C-9705B29C5255}"/>
              </a:ext>
            </a:extLst>
          </p:cNvPr>
          <p:cNvSpPr/>
          <p:nvPr/>
        </p:nvSpPr>
        <p:spPr>
          <a:xfrm>
            <a:off x="738752" y="11591076"/>
            <a:ext cx="541428" cy="514354"/>
          </a:xfrm>
          <a:prstGeom prst="flowChartConnector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End</a:t>
            </a:r>
            <a:endParaRPr lang="en-US" sz="1400" dirty="0">
              <a:solidFill>
                <a:schemeClr val="dk1"/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3057A54-624C-76DB-F08D-8087A4718DD0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009466" y="11261842"/>
            <a:ext cx="0" cy="32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18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4538</TotalTime>
  <Words>282</Words>
  <Application>Microsoft Macintosh PowerPoint</Application>
  <PresentationFormat>Widescreen</PresentationFormat>
  <Paragraphs>113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20</cp:revision>
  <dcterms:created xsi:type="dcterms:W3CDTF">2026-03-13T18:36:32Z</dcterms:created>
  <dcterms:modified xsi:type="dcterms:W3CDTF">2026-03-20T19:28:25Z</dcterms:modified>
</cp:coreProperties>
</file>