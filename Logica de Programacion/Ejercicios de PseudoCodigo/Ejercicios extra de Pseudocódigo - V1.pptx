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9" r:id="rId2"/>
    <p:sldId id="262" r:id="rId3"/>
    <p:sldId id="260" r:id="rId4"/>
    <p:sldId id="263" r:id="rId5"/>
    <p:sldId id="261" r:id="rId6"/>
    <p:sldId id="266" r:id="rId7"/>
    <p:sldId id="265" r:id="rId8"/>
    <p:sldId id="267" r:id="rId9"/>
    <p:sldId id="264" r:id="rId10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35"/>
    <p:restoredTop sz="94740"/>
  </p:normalViewPr>
  <p:slideViewPr>
    <p:cSldViewPr snapToGrid="0">
      <p:cViewPr varScale="1">
        <p:scale>
          <a:sx n="86" d="100"/>
          <a:sy n="86" d="100"/>
        </p:scale>
        <p:origin x="356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709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52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282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518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791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720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299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47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450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747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244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AE4320-78DC-A64B-8C5D-59FF63D17E60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453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D74C4-CBB1-6EC1-FFF4-C32B14E8E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48B967-E675-E885-37EC-FE93DBF41925}"/>
              </a:ext>
            </a:extLst>
          </p:cNvPr>
          <p:cNvSpPr txBox="1"/>
          <p:nvPr/>
        </p:nvSpPr>
        <p:spPr>
          <a:xfrm>
            <a:off x="401019" y="6746929"/>
            <a:ext cx="6055962" cy="4570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 variables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DECLARE numero1 : INTEGER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DECLARE numero2 : INTEGER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codigo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OUTPUT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Ingrese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primer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?"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INPUT numero1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OUTPUT numero1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OUTPUT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Ingrese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segundo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?"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INPUT numero2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OUTPUT numero2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IF numero1 &lt; numero2 THEN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OUTPUT "A:" + numero1 + " , B:" + numero2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ENDIF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IF numero1 &gt; numero2 THEN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OUTPUT "A:" + numero2 + " , B:" + numero1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ENDIF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IF numero1 = numero2 THEN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OUTPUT "Los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numeros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son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iguales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 A:" + numero2 + " , B:" + numero1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ENDIF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E8A5A9-54EB-2E0C-305E-B203859FD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4546"/>
            <a:ext cx="6858000" cy="3437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915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EC785-1453-5C69-6EE2-1BE725C94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5B01C0-BDE5-7C2B-C596-A9A9B5809457}"/>
              </a:ext>
            </a:extLst>
          </p:cNvPr>
          <p:cNvSpPr txBox="1"/>
          <p:nvPr/>
        </p:nvSpPr>
        <p:spPr>
          <a:xfrm>
            <a:off x="216977" y="898903"/>
            <a:ext cx="48519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EJEMPLO DEL 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A13EBA-3F48-35AA-CC1F-AE78C9F77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39256"/>
            <a:ext cx="6858000" cy="243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606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B54BE-BBBE-5666-4284-2600F9E12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D1909B-CD5A-53A4-06E7-9E26BAC9CE60}"/>
              </a:ext>
            </a:extLst>
          </p:cNvPr>
          <p:cNvSpPr txBox="1"/>
          <p:nvPr/>
        </p:nvSpPr>
        <p:spPr>
          <a:xfrm>
            <a:off x="200509" y="6096000"/>
            <a:ext cx="645698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// variables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DECLARE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VelocidadKm_H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: INTEGER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DECLARE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VelocidadMts_Seg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FLOAT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codigo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OUTPUT 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Ingrese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Velocidad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KM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Hora"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INPUT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VelocidadKm_H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OUTPUT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VelocidadKm_H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+ " Km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Hora"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calculo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VelocidadKm_H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&gt; 0 THEN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VelocidadMts_Seg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VelocidadKm_H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/3.6)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OUTPUT 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Velocidad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M/Seg = "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VelocidadMts_Seg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OUTPUT "Esta App no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maneja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velocidad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negativa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ENDIF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4B41AC-578B-88AB-1524-D684DD6F5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079242"/>
            <a:ext cx="6858000" cy="3885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569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26071-3A48-8254-1C02-5ADDD4EB3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B23B03-1636-628A-FAF7-37ECA1ECB32C}"/>
              </a:ext>
            </a:extLst>
          </p:cNvPr>
          <p:cNvSpPr txBox="1"/>
          <p:nvPr/>
        </p:nvSpPr>
        <p:spPr>
          <a:xfrm>
            <a:off x="216977" y="898903"/>
            <a:ext cx="48519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EJEMPLO DEL OUTPUT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78ACB6-6210-AEC7-B0A7-2E0B77305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17867"/>
            <a:ext cx="6858000" cy="255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164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E8D7E-A44B-C62D-126F-71BB390C8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F787DA0-D161-EC1F-71BF-6F4F18782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74946" cy="40023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37F5EA-958C-7F43-149C-CC3AE354D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02374"/>
            <a:ext cx="5526218" cy="31862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1BC4BD-BC72-F9EB-20C4-E7AD771566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188662"/>
            <a:ext cx="5011396" cy="449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31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CC739-C3E6-350A-E59E-FBA1897BB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6DB70D4-BD35-2559-2A16-DDD24805A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177"/>
            <a:ext cx="6475751" cy="306662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6B40C1D-0D8F-4CE8-BFA1-1BEF1DB63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57612"/>
            <a:ext cx="6546418" cy="221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61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0B091-B568-2632-2AC0-DC9C8D7D7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78CE90-D4B9-0007-09F4-C0BFC9710FCE}"/>
              </a:ext>
            </a:extLst>
          </p:cNvPr>
          <p:cNvSpPr txBox="1"/>
          <p:nvPr/>
        </p:nvSpPr>
        <p:spPr>
          <a:xfrm>
            <a:off x="189854" y="0"/>
            <a:ext cx="6478291" cy="11603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// variables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DECLARE S1 : INTEGER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DECLARE S2 : INTEGER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DECLARE S3 : INTEGER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DECLARE S4 : INTEGER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DECLARE S5 : INTEGER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DECLARE S6 : INTEGER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DECLARE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porcentaje_mujeres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: FLOAT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DECLARE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porcentaje_hombres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: FLOAT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DECLARE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total_personas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: INTEGER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DECLARE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mujeres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: INTEGER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DECLARE hombres : INTEGER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// valor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inicial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de variables</a:t>
            </a:r>
          </a:p>
          <a:p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total_personas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6</a:t>
            </a:r>
          </a:p>
          <a:p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mujeres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hombres = 0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ingreso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de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valores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usuario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OUTPUT "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Ingrese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Sexo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de la persona 1-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Mujer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2- Hombre"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INPUT S1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OUTPUT S1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OUTPUT "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Ingrese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Sexo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de la persona 1-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Mujer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2- Hombre"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INPUT S2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OUTPUT S2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OUTPUT "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Ingrese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Sexo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de la persona 1-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Mujer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2- Hombre"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INPUT S3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OUTPUT S3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OUTPUT "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Ingrese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Sexo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de la persona 1-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Mujer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2- Hombre"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INPUT S4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OUTPUT S4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OUTPUT "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Ingrese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Sexo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de la persona 1-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Mujer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2- Hombre"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INPUT S5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OUTPUT S5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OUTPUT "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Ingrese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Sexo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de la persona 1-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Mujer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2- Hombre"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INPUT S6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OUTPUT S6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evaluacion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de las variables y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contar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IF s1 = 1 THEN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mujeres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mujeres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+1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hombres = hombres +1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ENDIF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IF s2 = 1 THEN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mujeres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mujeres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+1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hombres = hombres +1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ENDIF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IF s3 = 1 THEN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mujeres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mujeres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+1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hombres = hombres +1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ENDIF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IF s4 = 1 THEN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mujeres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mujeres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+1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hombres = hombres +1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ENDIF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IF s5 = 1 THEN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mujeres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mujeres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+1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hombres = hombres +1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ENDIF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IF s6 = 1 THEN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mujeres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mujeres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+1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hombres = hombres +1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ENDIF</a:t>
            </a:r>
          </a:p>
        </p:txBody>
      </p:sp>
    </p:spTree>
    <p:extLst>
      <p:ext uri="{BB962C8B-B14F-4D97-AF65-F5344CB8AC3E}">
        <p14:creationId xmlns:p14="http://schemas.microsoft.com/office/powerpoint/2010/main" val="2129625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AD80C-F21C-382D-23F6-7A664D4A7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89A08D-A68C-EA56-B0D6-21D579E97E8B}"/>
              </a:ext>
            </a:extLst>
          </p:cNvPr>
          <p:cNvSpPr txBox="1"/>
          <p:nvPr/>
        </p:nvSpPr>
        <p:spPr>
          <a:xfrm>
            <a:off x="189854" y="0"/>
            <a:ext cx="6478291" cy="4816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+1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ENDIF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verificando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input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errores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IF s1 &gt;2 OR s2&gt;2 OR s3&gt;2 OR s4&gt; 2 OR s5&gt;2 OR s6&gt;2 THEN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OUTPUT "=========="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OUTPUT "Error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data: Solo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puede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ingresar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valores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1-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Mujer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o 2-Hombre"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OUTPUT "=========="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//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//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calculo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de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procentaje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//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porcentaje_hombres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(hombres*100)/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total_personas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porcentaje_mujeres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100 -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porcentaje_hombres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OUTPUT "     "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OUTPUT 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Resultados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OUTPUT "====================="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OUTPUT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porcentaje_mujeres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+ "%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mujeres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y "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porcentaje_hombres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+ "% hombres"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ENDIF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// Final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</a:p>
          <a:p>
            <a:endParaRPr lang="en-US" sz="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0207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A78FB-CE90-6C0E-F0FC-D3633FA79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77DBB3-0392-B09B-BA06-088EEBC05F66}"/>
              </a:ext>
            </a:extLst>
          </p:cNvPr>
          <p:cNvSpPr txBox="1"/>
          <p:nvPr/>
        </p:nvSpPr>
        <p:spPr>
          <a:xfrm>
            <a:off x="216977" y="898903"/>
            <a:ext cx="48519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EJEMPLO DEL 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1B7AEB-C8A5-95F9-970E-B8671333C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96346"/>
            <a:ext cx="6858000" cy="459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280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2863</TotalTime>
  <Words>605</Words>
  <Application>Microsoft Macintosh PowerPoint</Application>
  <PresentationFormat>Widescreen</PresentationFormat>
  <Paragraphs>128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 Tovar</dc:creator>
  <cp:lastModifiedBy>Greg Tovar</cp:lastModifiedBy>
  <cp:revision>11</cp:revision>
  <dcterms:created xsi:type="dcterms:W3CDTF">2026-03-13T18:36:32Z</dcterms:created>
  <dcterms:modified xsi:type="dcterms:W3CDTF">2026-03-18T20:04:14Z</dcterms:modified>
</cp:coreProperties>
</file>