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9" r:id="rId2"/>
    <p:sldId id="262" r:id="rId3"/>
    <p:sldId id="260" r:id="rId4"/>
    <p:sldId id="263" r:id="rId5"/>
    <p:sldId id="261" r:id="rId6"/>
    <p:sldId id="264" r:id="rId7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25"/>
    <p:restoredTop sz="94719"/>
  </p:normalViewPr>
  <p:slideViewPr>
    <p:cSldViewPr snapToGrid="0">
      <p:cViewPr varScale="1">
        <p:scale>
          <a:sx n="83" d="100"/>
          <a:sy n="83" d="100"/>
        </p:scale>
        <p:origin x="347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0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2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8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18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9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20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99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47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50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47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4320-78DC-A64B-8C5D-59FF63D17E60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4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E4320-78DC-A64B-8C5D-59FF63D17E60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89465-0864-B544-8662-64EC4A97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53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D74C4-CBB1-6EC1-FFF4-C32B14E8E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48B967-E675-E885-37EC-FE93DBF41925}"/>
              </a:ext>
            </a:extLst>
          </p:cNvPr>
          <p:cNvSpPr txBox="1"/>
          <p:nvPr/>
        </p:nvSpPr>
        <p:spPr>
          <a:xfrm>
            <a:off x="401019" y="6746929"/>
            <a:ext cx="605596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descuento2 : FLOAT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precio_con_descuento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: FLOAT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precio_final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: FLOAT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descuento_aplicado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STRING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// Asignacion de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valores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descuento1 = 0.02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descuento2 = 0.10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0.00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precio_con_descuento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0.00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precio_final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0.00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descuento_aplicado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0.00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codigo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?"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INPUT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&lt; 100.00 THEN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descuento_aplicado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"2%"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precio_con_descuento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* descuento1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descuento_aplicado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"10%"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precio_con_descuento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* descuento2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precio_final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precio_con_descuento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"----- Output de la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aplicación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------- "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"El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ingresado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" +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Descuento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Aplicado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de: " +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descuento_aplicado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"El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final con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descuento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es: " +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precio_final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+ "!"</a:t>
            </a: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B3722F-E6D3-DF45-C016-1D7B89AC6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42" y="113654"/>
            <a:ext cx="5389366" cy="598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915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EC785-1453-5C69-6EE2-1BE725C9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5D984B-7851-709B-29F3-58844005B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31223"/>
            <a:ext cx="6858000" cy="45295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5B01C0-BDE5-7C2B-C596-A9A9B5809457}"/>
              </a:ext>
            </a:extLst>
          </p:cNvPr>
          <p:cNvSpPr txBox="1"/>
          <p:nvPr/>
        </p:nvSpPr>
        <p:spPr>
          <a:xfrm>
            <a:off x="216977" y="898903"/>
            <a:ext cx="4851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EJEMPLO DEL OUTPUT</a:t>
            </a:r>
          </a:p>
        </p:txBody>
      </p:sp>
    </p:spTree>
    <p:extLst>
      <p:ext uri="{BB962C8B-B14F-4D97-AF65-F5344CB8AC3E}">
        <p14:creationId xmlns:p14="http://schemas.microsoft.com/office/powerpoint/2010/main" val="2227606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B54BE-BBBE-5666-4284-2600F9E12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D1909B-CD5A-53A4-06E7-9E26BAC9CE60}"/>
              </a:ext>
            </a:extLst>
          </p:cNvPr>
          <p:cNvSpPr txBox="1"/>
          <p:nvPr/>
        </p:nvSpPr>
        <p:spPr>
          <a:xfrm>
            <a:off x="200509" y="6096000"/>
            <a:ext cx="645698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Ejercicio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variables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: INTEGER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minutos_en_segundos_10 : INTEGER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segundos_faltantes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: INTEGER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segundos_sobrantes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INTEGER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minutos_en_segundos_10 = 600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codigo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?"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INPUT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"----- OUTPUT --------"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OUTPUT "Los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ingresados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fueron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:",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&gt; 0 THEN   //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positivo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&lt; 600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segundos_faltantes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minutos_en_segundos_10 -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OUTPUT "Menor de 10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minutos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le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faltan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:"+segundos_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faltantes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+"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para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llegar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a 10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minutos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ENDIF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&gt; 600 //mayor a 10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minutos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segundos_sobrantes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- minutos_en_segundos_10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OUTPUT "Mayor a 10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Minutos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se ha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sobrepasado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" +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segundos_sobrantes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+"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ENDIF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tiempo_en_segundos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600 //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igual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a 10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minutos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OUTPUT "Se ha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ingresado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600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segundos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o 10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Minutos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ENDIF  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OUTPUT "Esta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aplicación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no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maneja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negativos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!"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418D91-2EDD-BDD7-01C2-19E98EE52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13534"/>
            <a:ext cx="6858000" cy="426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6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26071-3A48-8254-1C02-5ADDD4EB3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B23B03-1636-628A-FAF7-37ECA1ECB32C}"/>
              </a:ext>
            </a:extLst>
          </p:cNvPr>
          <p:cNvSpPr txBox="1"/>
          <p:nvPr/>
        </p:nvSpPr>
        <p:spPr>
          <a:xfrm>
            <a:off x="216977" y="898903"/>
            <a:ext cx="4851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EJEMPLO DEL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6EB595-6B8F-74ED-5FF1-5B13F1B90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4037"/>
            <a:ext cx="6858000" cy="270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64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8D7E-A44B-C62D-126F-71BB390C8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1F8843-03E5-DAA0-E176-8AFC0209254A}"/>
              </a:ext>
            </a:extLst>
          </p:cNvPr>
          <p:cNvSpPr txBox="1"/>
          <p:nvPr/>
        </p:nvSpPr>
        <p:spPr>
          <a:xfrm>
            <a:off x="0" y="6441742"/>
            <a:ext cx="6478291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Ejercicio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3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: INTEGER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contador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: INTEGER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sumador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: INTEGER</a:t>
            </a:r>
          </a:p>
          <a:p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sumador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 </a:t>
            </a:r>
          </a:p>
          <a:p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contador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 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OUTPUT "INGRESE UN NUMERO POSITIVO?"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OUTPUT "El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ingresado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fue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: ",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OUTPUT "-----------OUTPUT -------------"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1 THEN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OUTPUT "La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aplicacion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no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maneja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numeros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negativos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OUTPUT "La Suma de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numeros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es: "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WHILE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contador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DO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sumador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sumador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contador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contador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contador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+1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OUTPUT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contador</a:t>
            </a:r>
            <a:endParaRPr lang="en-US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IF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contador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THEN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OUTPUT "+"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ENDIF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ENDWHILE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OUTPUT "Lo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  un total de:" +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sumador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"!"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ENDIF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FF46C2-0BBF-CFC7-0782-7B6267E4D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00" y="117736"/>
            <a:ext cx="6087491" cy="563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1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A78FB-CE90-6C0E-F0FC-D3633FA79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77DBB3-0392-B09B-BA06-088EEBC05F66}"/>
              </a:ext>
            </a:extLst>
          </p:cNvPr>
          <p:cNvSpPr txBox="1"/>
          <p:nvPr/>
        </p:nvSpPr>
        <p:spPr>
          <a:xfrm>
            <a:off x="216977" y="898903"/>
            <a:ext cx="4851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EJEMPLO DEL OUTPUT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0CBA23-1C3C-5086-2D06-FA7DA36E6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339491"/>
            <a:ext cx="5892800" cy="859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80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535</Words>
  <Application>Microsoft Macintosh PowerPoint</Application>
  <PresentationFormat>Widescreen</PresentationFormat>
  <Paragraphs>89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Tovar</dc:creator>
  <cp:lastModifiedBy>Greg Tovar</cp:lastModifiedBy>
  <cp:revision>7</cp:revision>
  <dcterms:created xsi:type="dcterms:W3CDTF">2026-03-13T18:36:32Z</dcterms:created>
  <dcterms:modified xsi:type="dcterms:W3CDTF">2026-03-14T14:06:44Z</dcterms:modified>
</cp:coreProperties>
</file>