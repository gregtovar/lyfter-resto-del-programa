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0" r:id="rId4"/>
    <p:sldId id="263" r:id="rId5"/>
    <p:sldId id="261" r:id="rId6"/>
    <p:sldId id="264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5"/>
    <p:restoredTop sz="94716"/>
  </p:normalViewPr>
  <p:slideViewPr>
    <p:cSldViewPr snapToGrid="0">
      <p:cViewPr varScale="1">
        <p:scale>
          <a:sx n="94" d="100"/>
          <a:sy n="94" d="100"/>
        </p:scale>
        <p:origin x="33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8B967-E675-E885-37EC-FE93DBF41925}"/>
              </a:ext>
            </a:extLst>
          </p:cNvPr>
          <p:cNvSpPr txBox="1"/>
          <p:nvPr/>
        </p:nvSpPr>
        <p:spPr>
          <a:xfrm>
            <a:off x="401019" y="6746929"/>
            <a:ext cx="605596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descuento2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Asignacion de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valores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descuento1 = 0.02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descuento2 = 0.10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100.00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"2%"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 descuento1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"10%"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 descuento2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 Output de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------- "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final con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es: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 "!"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3722F-E6D3-DF45-C016-1D7B89AC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2" y="113654"/>
            <a:ext cx="5389366" cy="598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C785-1453-5C69-6EE2-1BE725C9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5D984B-7851-709B-29F3-58844005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1223"/>
            <a:ext cx="6858000" cy="4529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B01C0-BDE5-7C2B-C596-A9A9B5809457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</p:spTree>
    <p:extLst>
      <p:ext uri="{BB962C8B-B14F-4D97-AF65-F5344CB8AC3E}">
        <p14:creationId xmlns:p14="http://schemas.microsoft.com/office/powerpoint/2010/main" val="222760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54BE-BBBE-5666-4284-2600F9E1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1909B-CD5A-53A4-06E7-9E26BAC9CE60}"/>
              </a:ext>
            </a:extLst>
          </p:cNvPr>
          <p:cNvSpPr txBox="1"/>
          <p:nvPr/>
        </p:nvSpPr>
        <p:spPr>
          <a:xfrm>
            <a:off x="200509" y="6096000"/>
            <a:ext cx="64569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Ejercicio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variables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minutos_en_segundos_10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minutos_en_segundos_10 = 600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 OUTPUT --------"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"Los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fueron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 0 THEN   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positivo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 600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minutos_en_segundos_10 -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 "Menor de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faltan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:"+segundos_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+"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llegar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 600 //mayor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- minutos_en_segundos_10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OUTPUT "Mayor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se ha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sobrepasado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+"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600 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igual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OUTPUT "Se ha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600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"Esta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no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maneja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418D91-2EDD-BDD7-01C2-19E98EE5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3534"/>
            <a:ext cx="6858000" cy="426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6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071-3A48-8254-1C02-5ADDD4EB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B23B03-1636-628A-FAF7-37ECA1ECB32C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EB595-6B8F-74ED-5FF1-5B13F1B90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4037"/>
            <a:ext cx="6858000" cy="270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8D7E-A44B-C62D-126F-71BB390C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F8843-03E5-DAA0-E176-8AFC0209254A}"/>
              </a:ext>
            </a:extLst>
          </p:cNvPr>
          <p:cNvSpPr txBox="1"/>
          <p:nvPr/>
        </p:nvSpPr>
        <p:spPr>
          <a:xfrm>
            <a:off x="0" y="5751120"/>
            <a:ext cx="647829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Ejercicio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 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 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"INGRESE UN NUMERO POSITIVO?"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"-----------OUTPUT -------------"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1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OUTPUT "La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no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maneja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OUTPUT "La Suma de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es: 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WHILE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DO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IF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OUTPUT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ENDIF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IF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  OUTPUT "+"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  ENDIF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 ENDWHILE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"Lo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da  un total de:"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"!"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7AF9F-7686-59A9-F25C-CCDB007F3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534" y="0"/>
            <a:ext cx="5336275" cy="3520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1E1DCB-4310-A057-0E86-0FC0EF7F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534" y="3520928"/>
            <a:ext cx="5868537" cy="158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78FB-CE90-6C0E-F0FC-D3633FA7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7DBB3-0392-B09B-BA06-088EEBC05F66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0CBA23-1C3C-5086-2D06-FA7DA36E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39491"/>
            <a:ext cx="5892800" cy="859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543</Words>
  <Application>Microsoft Macintosh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8</cp:revision>
  <dcterms:created xsi:type="dcterms:W3CDTF">2026-03-13T18:36:32Z</dcterms:created>
  <dcterms:modified xsi:type="dcterms:W3CDTF">2026-03-16T22:16:22Z</dcterms:modified>
</cp:coreProperties>
</file>